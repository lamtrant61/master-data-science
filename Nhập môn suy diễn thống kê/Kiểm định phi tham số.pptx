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8" r:id="rId4"/>
  </p:sldMasterIdLst>
  <p:notesMasterIdLst>
    <p:notesMasterId r:id="rId30"/>
  </p:notesMasterIdLst>
  <p:handoutMasterIdLst>
    <p:handoutMasterId r:id="rId31"/>
  </p:handoutMasterIdLst>
  <p:sldIdLst>
    <p:sldId id="256" r:id="rId5"/>
    <p:sldId id="378" r:id="rId6"/>
    <p:sldId id="415" r:id="rId7"/>
    <p:sldId id="389" r:id="rId8"/>
    <p:sldId id="429" r:id="rId9"/>
    <p:sldId id="430" r:id="rId10"/>
    <p:sldId id="431" r:id="rId11"/>
    <p:sldId id="432" r:id="rId12"/>
    <p:sldId id="434" r:id="rId13"/>
    <p:sldId id="436" r:id="rId14"/>
    <p:sldId id="437" r:id="rId15"/>
    <p:sldId id="438" r:id="rId16"/>
    <p:sldId id="393" r:id="rId17"/>
    <p:sldId id="398" r:id="rId18"/>
    <p:sldId id="399" r:id="rId19"/>
    <p:sldId id="403" r:id="rId20"/>
    <p:sldId id="404" r:id="rId21"/>
    <p:sldId id="408" r:id="rId22"/>
    <p:sldId id="384" r:id="rId23"/>
    <p:sldId id="411" r:id="rId24"/>
    <p:sldId id="412" r:id="rId25"/>
    <p:sldId id="413" r:id="rId26"/>
    <p:sldId id="414" r:id="rId27"/>
    <p:sldId id="416" r:id="rId28"/>
    <p:sldId id="41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B7AB86C-2F9C-4B00-9398-EBF8B173CAA9}">
          <p14:sldIdLst>
            <p14:sldId id="256"/>
            <p14:sldId id="378"/>
            <p14:sldId id="415"/>
            <p14:sldId id="389"/>
            <p14:sldId id="429"/>
            <p14:sldId id="430"/>
            <p14:sldId id="431"/>
            <p14:sldId id="432"/>
            <p14:sldId id="434"/>
            <p14:sldId id="436"/>
            <p14:sldId id="437"/>
            <p14:sldId id="438"/>
            <p14:sldId id="393"/>
            <p14:sldId id="398"/>
            <p14:sldId id="399"/>
            <p14:sldId id="403"/>
            <p14:sldId id="404"/>
            <p14:sldId id="408"/>
          </p14:sldIdLst>
        </p14:section>
        <p14:section name="Untitled Section" id="{58D24743-6B67-443C-AD23-56C81FF2AEDE}">
          <p14:sldIdLst>
            <p14:sldId id="384"/>
            <p14:sldId id="411"/>
            <p14:sldId id="412"/>
            <p14:sldId id="413"/>
            <p14:sldId id="414"/>
            <p14:sldId id="416"/>
            <p14:sldId id="41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7BFF21"/>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49" autoAdjust="0"/>
    <p:restoredTop sz="95226" autoAdjust="0"/>
  </p:normalViewPr>
  <p:slideViewPr>
    <p:cSldViewPr snapToGrid="0">
      <p:cViewPr varScale="1">
        <p:scale>
          <a:sx n="85" d="100"/>
          <a:sy n="85" d="100"/>
        </p:scale>
        <p:origin x="374" y="67"/>
      </p:cViewPr>
      <p:guideLst/>
    </p:cSldViewPr>
  </p:slideViewPr>
  <p:outlineViewPr>
    <p:cViewPr>
      <p:scale>
        <a:sx n="33" d="100"/>
        <a:sy n="33" d="100"/>
      </p:scale>
      <p:origin x="0" y="-5467"/>
    </p:cViewPr>
  </p:outlineViewPr>
  <p:notesTextViewPr>
    <p:cViewPr>
      <p:scale>
        <a:sx n="1" d="1"/>
        <a:sy n="1" d="1"/>
      </p:scale>
      <p:origin x="0" y="0"/>
    </p:cViewPr>
  </p:notesTextViewPr>
  <p:sorterViewPr>
    <p:cViewPr>
      <p:scale>
        <a:sx n="80" d="100"/>
        <a:sy n="80" d="100"/>
      </p:scale>
      <p:origin x="0" y="-1182"/>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F37830-0032-42FE-BB7D-4D0AEAE76A4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Helvetica" panose="020B0604020202020204" pitchFamily="34" charset="0"/>
            </a:endParaRPr>
          </a:p>
        </p:txBody>
      </p:sp>
      <p:sp>
        <p:nvSpPr>
          <p:cNvPr id="3" name="Date Placeholder 2">
            <a:extLst>
              <a:ext uri="{FF2B5EF4-FFF2-40B4-BE49-F238E27FC236}">
                <a16:creationId xmlns:a16="http://schemas.microsoft.com/office/drawing/2014/main" id="{E6D4F4FE-5BC5-49AA-86B9-F831689708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D8D8C1-C93D-42CA-9A97-FF499558D459}" type="datetimeFigureOut">
              <a:rPr lang="en-US" smtClean="0">
                <a:latin typeface="Helvetica" panose="020B0604020202020204" pitchFamily="34" charset="0"/>
              </a:rPr>
              <a:t>3/15/2026</a:t>
            </a:fld>
            <a:endParaRPr lang="en-US" dirty="0">
              <a:latin typeface="Helvetica" panose="020B0604020202020204" pitchFamily="34" charset="0"/>
            </a:endParaRPr>
          </a:p>
        </p:txBody>
      </p:sp>
      <p:sp>
        <p:nvSpPr>
          <p:cNvPr id="4" name="Footer Placeholder 3">
            <a:extLst>
              <a:ext uri="{FF2B5EF4-FFF2-40B4-BE49-F238E27FC236}">
                <a16:creationId xmlns:a16="http://schemas.microsoft.com/office/drawing/2014/main" id="{8B6F02CC-5414-4BB2-A7DD-9EF9BB13A4A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Helvetica" panose="020B0604020202020204" pitchFamily="34" charset="0"/>
            </a:endParaRPr>
          </a:p>
        </p:txBody>
      </p:sp>
      <p:sp>
        <p:nvSpPr>
          <p:cNvPr id="5" name="Slide Number Placeholder 4">
            <a:extLst>
              <a:ext uri="{FF2B5EF4-FFF2-40B4-BE49-F238E27FC236}">
                <a16:creationId xmlns:a16="http://schemas.microsoft.com/office/drawing/2014/main" id="{5E891B5D-A255-454F-9ABC-4D3310921B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B3D83-8D1A-4DFC-A85C-775CC8A19941}" type="slidenum">
              <a:rPr lang="en-US" smtClean="0">
                <a:latin typeface="Helvetica" panose="020B0604020202020204" pitchFamily="34" charset="0"/>
              </a:rPr>
              <a:t>‹#›</a:t>
            </a:fld>
            <a:endParaRPr lang="en-US" dirty="0">
              <a:latin typeface="Helvetica" panose="020B0604020202020204" pitchFamily="34" charset="0"/>
            </a:endParaRPr>
          </a:p>
        </p:txBody>
      </p:sp>
    </p:spTree>
    <p:extLst>
      <p:ext uri="{BB962C8B-B14F-4D97-AF65-F5344CB8AC3E}">
        <p14:creationId xmlns:p14="http://schemas.microsoft.com/office/powerpoint/2010/main" val="21107771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Helvetica"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Helvetica" panose="020B0604020202020204" pitchFamily="34" charset="0"/>
              </a:defRPr>
            </a:lvl1pPr>
          </a:lstStyle>
          <a:p>
            <a:fld id="{80846F56-1468-4900-AFBA-9E5EE306BC08}" type="datetimeFigureOut">
              <a:rPr lang="en-US" smtClean="0"/>
              <a:pPr/>
              <a:t>3/15/2026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Helvetica"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Helvetica" panose="020B0604020202020204" pitchFamily="34" charset="0"/>
              </a:defRPr>
            </a:lvl1pPr>
          </a:lstStyle>
          <a:p>
            <a:fld id="{96702109-9DB5-4930-9529-97D0F7F71D9D}" type="slidenum">
              <a:rPr lang="en-US" smtClean="0"/>
              <a:pPr/>
              <a:t>‹#›</a:t>
            </a:fld>
            <a:endParaRPr lang="en-US" dirty="0"/>
          </a:p>
        </p:txBody>
      </p:sp>
    </p:spTree>
    <p:extLst>
      <p:ext uri="{BB962C8B-B14F-4D97-AF65-F5344CB8AC3E}">
        <p14:creationId xmlns:p14="http://schemas.microsoft.com/office/powerpoint/2010/main" val="2404545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anose="020B0604020202020204" pitchFamily="34" charset="0"/>
        <a:ea typeface="+mn-ea"/>
        <a:cs typeface="+mn-cs"/>
      </a:defRPr>
    </a:lvl1pPr>
    <a:lvl2pPr marL="457200" algn="l" defTabSz="914400" rtl="0" eaLnBrk="1" latinLnBrk="0" hangingPunct="1">
      <a:defRPr sz="1200" kern="1200">
        <a:solidFill>
          <a:schemeClr val="tx1"/>
        </a:solidFill>
        <a:latin typeface="Helvetica" panose="020B0604020202020204" pitchFamily="34" charset="0"/>
        <a:ea typeface="+mn-ea"/>
        <a:cs typeface="+mn-cs"/>
      </a:defRPr>
    </a:lvl2pPr>
    <a:lvl3pPr marL="914400" algn="l" defTabSz="914400" rtl="0" eaLnBrk="1" latinLnBrk="0" hangingPunct="1">
      <a:defRPr sz="1200" kern="1200">
        <a:solidFill>
          <a:schemeClr val="tx1"/>
        </a:solidFill>
        <a:latin typeface="Helvetica" panose="020B0604020202020204" pitchFamily="34" charset="0"/>
        <a:ea typeface="+mn-ea"/>
        <a:cs typeface="+mn-cs"/>
      </a:defRPr>
    </a:lvl3pPr>
    <a:lvl4pPr marL="1371600" algn="l" defTabSz="914400" rtl="0" eaLnBrk="1" latinLnBrk="0" hangingPunct="1">
      <a:defRPr sz="1200" kern="1200">
        <a:solidFill>
          <a:schemeClr val="tx1"/>
        </a:solidFill>
        <a:latin typeface="Helvetica" panose="020B0604020202020204" pitchFamily="34" charset="0"/>
        <a:ea typeface="+mn-ea"/>
        <a:cs typeface="+mn-cs"/>
      </a:defRPr>
    </a:lvl4pPr>
    <a:lvl5pPr marL="1828800" algn="l" defTabSz="914400" rtl="0" eaLnBrk="1" latinLnBrk="0" hangingPunct="1">
      <a:defRPr sz="1200" kern="1200">
        <a:solidFill>
          <a:schemeClr val="tx1"/>
        </a:solidFill>
        <a:latin typeface="Helvetica"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2</a:t>
            </a:fld>
            <a:endParaRPr lang="en-US" dirty="0"/>
          </a:p>
        </p:txBody>
      </p:sp>
    </p:spTree>
    <p:extLst>
      <p:ext uri="{BB962C8B-B14F-4D97-AF65-F5344CB8AC3E}">
        <p14:creationId xmlns:p14="http://schemas.microsoft.com/office/powerpoint/2010/main" val="1894963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3</a:t>
            </a:fld>
            <a:endParaRPr lang="en-US" dirty="0"/>
          </a:p>
        </p:txBody>
      </p:sp>
    </p:spTree>
    <p:extLst>
      <p:ext uri="{BB962C8B-B14F-4D97-AF65-F5344CB8AC3E}">
        <p14:creationId xmlns:p14="http://schemas.microsoft.com/office/powerpoint/2010/main" val="182144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4</a:t>
            </a:fld>
            <a:endParaRPr lang="en-US" dirty="0"/>
          </a:p>
        </p:txBody>
      </p:sp>
    </p:spTree>
    <p:extLst>
      <p:ext uri="{BB962C8B-B14F-4D97-AF65-F5344CB8AC3E}">
        <p14:creationId xmlns:p14="http://schemas.microsoft.com/office/powerpoint/2010/main" val="819797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5</a:t>
            </a:fld>
            <a:endParaRPr lang="en-US" dirty="0"/>
          </a:p>
        </p:txBody>
      </p:sp>
    </p:spTree>
    <p:extLst>
      <p:ext uri="{BB962C8B-B14F-4D97-AF65-F5344CB8AC3E}">
        <p14:creationId xmlns:p14="http://schemas.microsoft.com/office/powerpoint/2010/main" val="2404385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6</a:t>
            </a:fld>
            <a:endParaRPr lang="en-US" dirty="0"/>
          </a:p>
        </p:txBody>
      </p:sp>
    </p:spTree>
    <p:extLst>
      <p:ext uri="{BB962C8B-B14F-4D97-AF65-F5344CB8AC3E}">
        <p14:creationId xmlns:p14="http://schemas.microsoft.com/office/powerpoint/2010/main" val="3801898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7</a:t>
            </a:fld>
            <a:endParaRPr lang="en-US" dirty="0"/>
          </a:p>
        </p:txBody>
      </p:sp>
    </p:spTree>
    <p:extLst>
      <p:ext uri="{BB962C8B-B14F-4D97-AF65-F5344CB8AC3E}">
        <p14:creationId xmlns:p14="http://schemas.microsoft.com/office/powerpoint/2010/main" val="1849239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8</a:t>
            </a:fld>
            <a:endParaRPr lang="en-US" dirty="0"/>
          </a:p>
        </p:txBody>
      </p:sp>
    </p:spTree>
    <p:extLst>
      <p:ext uri="{BB962C8B-B14F-4D97-AF65-F5344CB8AC3E}">
        <p14:creationId xmlns:p14="http://schemas.microsoft.com/office/powerpoint/2010/main" val="3946822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9</a:t>
            </a:fld>
            <a:endParaRPr lang="en-US" dirty="0"/>
          </a:p>
        </p:txBody>
      </p:sp>
    </p:spTree>
    <p:extLst>
      <p:ext uri="{BB962C8B-B14F-4D97-AF65-F5344CB8AC3E}">
        <p14:creationId xmlns:p14="http://schemas.microsoft.com/office/powerpoint/2010/main" val="2345981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10</a:t>
            </a:fld>
            <a:endParaRPr lang="en-US" dirty="0"/>
          </a:p>
        </p:txBody>
      </p:sp>
    </p:spTree>
    <p:extLst>
      <p:ext uri="{BB962C8B-B14F-4D97-AF65-F5344CB8AC3E}">
        <p14:creationId xmlns:p14="http://schemas.microsoft.com/office/powerpoint/2010/main" val="3603796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11</a:t>
            </a:fld>
            <a:endParaRPr lang="en-US" dirty="0"/>
          </a:p>
        </p:txBody>
      </p:sp>
    </p:spTree>
    <p:extLst>
      <p:ext uri="{BB962C8B-B14F-4D97-AF65-F5344CB8AC3E}">
        <p14:creationId xmlns:p14="http://schemas.microsoft.com/office/powerpoint/2010/main" val="769633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12</a:t>
            </a:fld>
            <a:endParaRPr lang="en-US" dirty="0"/>
          </a:p>
        </p:txBody>
      </p:sp>
    </p:spTree>
    <p:extLst>
      <p:ext uri="{BB962C8B-B14F-4D97-AF65-F5344CB8AC3E}">
        <p14:creationId xmlns:p14="http://schemas.microsoft.com/office/powerpoint/2010/main" val="2776354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13</a:t>
            </a:fld>
            <a:endParaRPr lang="en-US" dirty="0"/>
          </a:p>
        </p:txBody>
      </p:sp>
    </p:spTree>
    <p:extLst>
      <p:ext uri="{BB962C8B-B14F-4D97-AF65-F5344CB8AC3E}">
        <p14:creationId xmlns:p14="http://schemas.microsoft.com/office/powerpoint/2010/main" val="1682547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14</a:t>
            </a:fld>
            <a:endParaRPr lang="en-US" dirty="0"/>
          </a:p>
        </p:txBody>
      </p:sp>
    </p:spTree>
    <p:extLst>
      <p:ext uri="{BB962C8B-B14F-4D97-AF65-F5344CB8AC3E}">
        <p14:creationId xmlns:p14="http://schemas.microsoft.com/office/powerpoint/2010/main" val="3327845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15</a:t>
            </a:fld>
            <a:endParaRPr lang="en-US" dirty="0"/>
          </a:p>
        </p:txBody>
      </p:sp>
    </p:spTree>
    <p:extLst>
      <p:ext uri="{BB962C8B-B14F-4D97-AF65-F5344CB8AC3E}">
        <p14:creationId xmlns:p14="http://schemas.microsoft.com/office/powerpoint/2010/main" val="3462296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16</a:t>
            </a:fld>
            <a:endParaRPr lang="en-US" dirty="0"/>
          </a:p>
        </p:txBody>
      </p:sp>
    </p:spTree>
    <p:extLst>
      <p:ext uri="{BB962C8B-B14F-4D97-AF65-F5344CB8AC3E}">
        <p14:creationId xmlns:p14="http://schemas.microsoft.com/office/powerpoint/2010/main" val="966804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17</a:t>
            </a:fld>
            <a:endParaRPr lang="en-US" dirty="0"/>
          </a:p>
        </p:txBody>
      </p:sp>
    </p:spTree>
    <p:extLst>
      <p:ext uri="{BB962C8B-B14F-4D97-AF65-F5344CB8AC3E}">
        <p14:creationId xmlns:p14="http://schemas.microsoft.com/office/powerpoint/2010/main" val="4156027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18</a:t>
            </a:fld>
            <a:endParaRPr lang="en-US" dirty="0"/>
          </a:p>
        </p:txBody>
      </p:sp>
    </p:spTree>
    <p:extLst>
      <p:ext uri="{BB962C8B-B14F-4D97-AF65-F5344CB8AC3E}">
        <p14:creationId xmlns:p14="http://schemas.microsoft.com/office/powerpoint/2010/main" val="2439910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19</a:t>
            </a:fld>
            <a:endParaRPr lang="en-US" dirty="0"/>
          </a:p>
        </p:txBody>
      </p:sp>
    </p:spTree>
    <p:extLst>
      <p:ext uri="{BB962C8B-B14F-4D97-AF65-F5344CB8AC3E}">
        <p14:creationId xmlns:p14="http://schemas.microsoft.com/office/powerpoint/2010/main" val="37435185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20</a:t>
            </a:fld>
            <a:endParaRPr lang="en-US" dirty="0"/>
          </a:p>
        </p:txBody>
      </p:sp>
    </p:spTree>
    <p:extLst>
      <p:ext uri="{BB962C8B-B14F-4D97-AF65-F5344CB8AC3E}">
        <p14:creationId xmlns:p14="http://schemas.microsoft.com/office/powerpoint/2010/main" val="19516984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21</a:t>
            </a:fld>
            <a:endParaRPr lang="en-US" dirty="0"/>
          </a:p>
        </p:txBody>
      </p:sp>
    </p:spTree>
    <p:extLst>
      <p:ext uri="{BB962C8B-B14F-4D97-AF65-F5344CB8AC3E}">
        <p14:creationId xmlns:p14="http://schemas.microsoft.com/office/powerpoint/2010/main" val="2371512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22</a:t>
            </a:fld>
            <a:endParaRPr lang="en-US" dirty="0"/>
          </a:p>
        </p:txBody>
      </p:sp>
    </p:spTree>
    <p:extLst>
      <p:ext uri="{BB962C8B-B14F-4D97-AF65-F5344CB8AC3E}">
        <p14:creationId xmlns:p14="http://schemas.microsoft.com/office/powerpoint/2010/main" val="4107103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23</a:t>
            </a:fld>
            <a:endParaRPr lang="en-US" dirty="0"/>
          </a:p>
        </p:txBody>
      </p:sp>
    </p:spTree>
    <p:extLst>
      <p:ext uri="{BB962C8B-B14F-4D97-AF65-F5344CB8AC3E}">
        <p14:creationId xmlns:p14="http://schemas.microsoft.com/office/powerpoint/2010/main" val="40908532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24</a:t>
            </a:fld>
            <a:endParaRPr lang="en-US" dirty="0"/>
          </a:p>
        </p:txBody>
      </p:sp>
    </p:spTree>
    <p:extLst>
      <p:ext uri="{BB962C8B-B14F-4D97-AF65-F5344CB8AC3E}">
        <p14:creationId xmlns:p14="http://schemas.microsoft.com/office/powerpoint/2010/main" val="23440481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E85D185-D876-4A4B-A351-E623992245C2}" type="slidenum">
              <a:rPr lang="en-US" smtClean="0"/>
              <a:t>25</a:t>
            </a:fld>
            <a:endParaRPr lang="en-US" dirty="0"/>
          </a:p>
        </p:txBody>
      </p:sp>
    </p:spTree>
    <p:extLst>
      <p:ext uri="{BB962C8B-B14F-4D97-AF65-F5344CB8AC3E}">
        <p14:creationId xmlns:p14="http://schemas.microsoft.com/office/powerpoint/2010/main" val="2395907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1C27E24-5B5B-4605-9165-13141795F0CE}"/>
              </a:ext>
            </a:extLst>
          </p:cNvPr>
          <p:cNvSpPr>
            <a:spLocks noGrp="1"/>
          </p:cNvSpPr>
          <p:nvPr>
            <p:ph type="title" hasCustomPrompt="1"/>
          </p:nvPr>
        </p:nvSpPr>
        <p:spPr>
          <a:xfrm>
            <a:off x="0" y="3672869"/>
            <a:ext cx="12191998" cy="3200134"/>
          </a:xfrm>
          <a:custGeom>
            <a:avLst/>
            <a:gdLst>
              <a:gd name="connsiteX0" fmla="*/ 0 w 12191998"/>
              <a:gd name="connsiteY0" fmla="*/ 0 h 2476346"/>
              <a:gd name="connsiteX1" fmla="*/ 12191998 w 12191998"/>
              <a:gd name="connsiteY1" fmla="*/ 0 h 2476346"/>
              <a:gd name="connsiteX2" fmla="*/ 12191998 w 12191998"/>
              <a:gd name="connsiteY2" fmla="*/ 2476346 h 2476346"/>
              <a:gd name="connsiteX3" fmla="*/ 0 w 12191998"/>
              <a:gd name="connsiteY3" fmla="*/ 2476346 h 2476346"/>
              <a:gd name="connsiteX4" fmla="*/ 0 w 12191998"/>
              <a:gd name="connsiteY4" fmla="*/ 0 h 2476346"/>
              <a:gd name="connsiteX0" fmla="*/ 0 w 12191998"/>
              <a:gd name="connsiteY0" fmla="*/ 0 h 2721443"/>
              <a:gd name="connsiteX1" fmla="*/ 12191998 w 12191998"/>
              <a:gd name="connsiteY1" fmla="*/ 245097 h 2721443"/>
              <a:gd name="connsiteX2" fmla="*/ 12191998 w 12191998"/>
              <a:gd name="connsiteY2" fmla="*/ 2721443 h 2721443"/>
              <a:gd name="connsiteX3" fmla="*/ 0 w 12191998"/>
              <a:gd name="connsiteY3" fmla="*/ 2721443 h 2721443"/>
              <a:gd name="connsiteX4" fmla="*/ 0 w 12191998"/>
              <a:gd name="connsiteY4" fmla="*/ 0 h 2721443"/>
              <a:gd name="connsiteX0" fmla="*/ 0 w 12191998"/>
              <a:gd name="connsiteY0" fmla="*/ 36125 h 2757568"/>
              <a:gd name="connsiteX1" fmla="*/ 12191998 w 12191998"/>
              <a:gd name="connsiteY1" fmla="*/ 281222 h 2757568"/>
              <a:gd name="connsiteX2" fmla="*/ 12191998 w 12191998"/>
              <a:gd name="connsiteY2" fmla="*/ 2757568 h 2757568"/>
              <a:gd name="connsiteX3" fmla="*/ 0 w 12191998"/>
              <a:gd name="connsiteY3" fmla="*/ 2757568 h 2757568"/>
              <a:gd name="connsiteX4" fmla="*/ 0 w 12191998"/>
              <a:gd name="connsiteY4" fmla="*/ 36125 h 2757568"/>
              <a:gd name="connsiteX0" fmla="*/ 0 w 12191998"/>
              <a:gd name="connsiteY0" fmla="*/ 0 h 2721443"/>
              <a:gd name="connsiteX1" fmla="*/ 12191998 w 12191998"/>
              <a:gd name="connsiteY1" fmla="*/ 245097 h 2721443"/>
              <a:gd name="connsiteX2" fmla="*/ 12191998 w 12191998"/>
              <a:gd name="connsiteY2" fmla="*/ 2721443 h 2721443"/>
              <a:gd name="connsiteX3" fmla="*/ 0 w 12191998"/>
              <a:gd name="connsiteY3" fmla="*/ 2721443 h 2721443"/>
              <a:gd name="connsiteX4" fmla="*/ 0 w 12191998"/>
              <a:gd name="connsiteY4" fmla="*/ 0 h 2721443"/>
              <a:gd name="connsiteX0" fmla="*/ 0 w 12191998"/>
              <a:gd name="connsiteY0" fmla="*/ 0 h 2721443"/>
              <a:gd name="connsiteX1" fmla="*/ 12191998 w 12191998"/>
              <a:gd name="connsiteY1" fmla="*/ 245097 h 2721443"/>
              <a:gd name="connsiteX2" fmla="*/ 12191998 w 12191998"/>
              <a:gd name="connsiteY2" fmla="*/ 2721443 h 2721443"/>
              <a:gd name="connsiteX3" fmla="*/ 0 w 12191998"/>
              <a:gd name="connsiteY3" fmla="*/ 2721443 h 2721443"/>
              <a:gd name="connsiteX4" fmla="*/ 0 w 12191998"/>
              <a:gd name="connsiteY4" fmla="*/ 0 h 2721443"/>
              <a:gd name="connsiteX0" fmla="*/ 0 w 12191998"/>
              <a:gd name="connsiteY0" fmla="*/ 0 h 2721443"/>
              <a:gd name="connsiteX1" fmla="*/ 12191998 w 12191998"/>
              <a:gd name="connsiteY1" fmla="*/ 245097 h 2721443"/>
              <a:gd name="connsiteX2" fmla="*/ 12191998 w 12191998"/>
              <a:gd name="connsiteY2" fmla="*/ 2721443 h 2721443"/>
              <a:gd name="connsiteX3" fmla="*/ 0 w 12191998"/>
              <a:gd name="connsiteY3" fmla="*/ 2721443 h 2721443"/>
              <a:gd name="connsiteX4" fmla="*/ 0 w 12191998"/>
              <a:gd name="connsiteY4" fmla="*/ 0 h 2721443"/>
              <a:gd name="connsiteX0" fmla="*/ 0 w 12191998"/>
              <a:gd name="connsiteY0" fmla="*/ 403170 h 3124613"/>
              <a:gd name="connsiteX1" fmla="*/ 6591300 w 12191998"/>
              <a:gd name="connsiteY1" fmla="*/ 15890 h 3124613"/>
              <a:gd name="connsiteX2" fmla="*/ 12191998 w 12191998"/>
              <a:gd name="connsiteY2" fmla="*/ 648267 h 3124613"/>
              <a:gd name="connsiteX3" fmla="*/ 12191998 w 12191998"/>
              <a:gd name="connsiteY3" fmla="*/ 3124613 h 3124613"/>
              <a:gd name="connsiteX4" fmla="*/ 0 w 12191998"/>
              <a:gd name="connsiteY4" fmla="*/ 3124613 h 3124613"/>
              <a:gd name="connsiteX5" fmla="*/ 0 w 12191998"/>
              <a:gd name="connsiteY5" fmla="*/ 403170 h 312461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530729 h 3252172"/>
              <a:gd name="connsiteX1" fmla="*/ 6591300 w 12191998"/>
              <a:gd name="connsiteY1" fmla="*/ 143449 h 3252172"/>
              <a:gd name="connsiteX2" fmla="*/ 12191998 w 12191998"/>
              <a:gd name="connsiteY2" fmla="*/ 189086 h 3252172"/>
              <a:gd name="connsiteX3" fmla="*/ 12191998 w 12191998"/>
              <a:gd name="connsiteY3" fmla="*/ 3252172 h 3252172"/>
              <a:gd name="connsiteX4" fmla="*/ 0 w 12191998"/>
              <a:gd name="connsiteY4" fmla="*/ 3252172 h 3252172"/>
              <a:gd name="connsiteX5" fmla="*/ 0 w 12191998"/>
              <a:gd name="connsiteY5" fmla="*/ 530729 h 3252172"/>
              <a:gd name="connsiteX0" fmla="*/ 0 w 12191998"/>
              <a:gd name="connsiteY0" fmla="*/ 387280 h 3108723"/>
              <a:gd name="connsiteX1" fmla="*/ 6591300 w 12191998"/>
              <a:gd name="connsiteY1" fmla="*/ 0 h 3108723"/>
              <a:gd name="connsiteX2" fmla="*/ 12191998 w 12191998"/>
              <a:gd name="connsiteY2" fmla="*/ 4563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405622 h 3127065"/>
              <a:gd name="connsiteX1" fmla="*/ 6591300 w 12191998"/>
              <a:gd name="connsiteY1" fmla="*/ 18342 h 3127065"/>
              <a:gd name="connsiteX2" fmla="*/ 12191998 w 12191998"/>
              <a:gd name="connsiteY2" fmla="*/ 63979 h 3127065"/>
              <a:gd name="connsiteX3" fmla="*/ 12191998 w 12191998"/>
              <a:gd name="connsiteY3" fmla="*/ 3127065 h 3127065"/>
              <a:gd name="connsiteX4" fmla="*/ 0 w 12191998"/>
              <a:gd name="connsiteY4" fmla="*/ 3127065 h 3127065"/>
              <a:gd name="connsiteX5" fmla="*/ 0 w 12191998"/>
              <a:gd name="connsiteY5" fmla="*/ 405622 h 3127065"/>
              <a:gd name="connsiteX0" fmla="*/ 0 w 12191998"/>
              <a:gd name="connsiteY0" fmla="*/ 478691 h 3200134"/>
              <a:gd name="connsiteX1" fmla="*/ 6591300 w 12191998"/>
              <a:gd name="connsiteY1" fmla="*/ 91411 h 3200134"/>
              <a:gd name="connsiteX2" fmla="*/ 12191998 w 12191998"/>
              <a:gd name="connsiteY2" fmla="*/ 137048 h 3200134"/>
              <a:gd name="connsiteX3" fmla="*/ 12191998 w 12191998"/>
              <a:gd name="connsiteY3" fmla="*/ 3200134 h 3200134"/>
              <a:gd name="connsiteX4" fmla="*/ 0 w 12191998"/>
              <a:gd name="connsiteY4" fmla="*/ 3200134 h 3200134"/>
              <a:gd name="connsiteX5" fmla="*/ 0 w 12191998"/>
              <a:gd name="connsiteY5" fmla="*/ 478691 h 320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8" h="3200134">
                <a:moveTo>
                  <a:pt x="0" y="478691"/>
                </a:moveTo>
                <a:cubicBezTo>
                  <a:pt x="1786890" y="448251"/>
                  <a:pt x="2044700" y="530622"/>
                  <a:pt x="6591300" y="91411"/>
                </a:cubicBezTo>
                <a:cubicBezTo>
                  <a:pt x="8577580" y="-65860"/>
                  <a:pt x="10438128" y="-72"/>
                  <a:pt x="12191998" y="137048"/>
                </a:cubicBezTo>
                <a:lnTo>
                  <a:pt x="12191998" y="3200134"/>
                </a:lnTo>
                <a:lnTo>
                  <a:pt x="0" y="3200134"/>
                </a:lnTo>
                <a:lnTo>
                  <a:pt x="0" y="478691"/>
                </a:lnTo>
                <a:close/>
              </a:path>
            </a:pathLst>
          </a:custGeom>
          <a:solidFill>
            <a:schemeClr val="accent5"/>
          </a:solidFill>
          <a:ln w="22225">
            <a:noFill/>
          </a:ln>
        </p:spPr>
        <p:txBody>
          <a:bodyPr lIns="182880" tIns="0" anchor="ctr"/>
          <a:lstStyle>
            <a:lvl1pPr marL="731520" algn="l">
              <a:lnSpc>
                <a:spcPct val="100000"/>
              </a:lnSpc>
              <a:spcBef>
                <a:spcPts val="800"/>
              </a:spcBef>
              <a:defRPr sz="5400">
                <a:latin typeface="Helvetica" panose="020B0604020202020204" pitchFamily="34" charset="0"/>
              </a:defRPr>
            </a:lvl1pPr>
          </a:lstStyle>
          <a:p>
            <a:r>
              <a:rPr lang="en-US" dirty="0"/>
              <a:t>Click to Title</a:t>
            </a:r>
          </a:p>
        </p:txBody>
      </p:sp>
      <p:sp>
        <p:nvSpPr>
          <p:cNvPr id="6" name="Picture Placeholder 5">
            <a:extLst>
              <a:ext uri="{FF2B5EF4-FFF2-40B4-BE49-F238E27FC236}">
                <a16:creationId xmlns:a16="http://schemas.microsoft.com/office/drawing/2014/main" id="{B290432B-E439-40FF-A9AA-F20D8672B1D6}"/>
              </a:ext>
            </a:extLst>
          </p:cNvPr>
          <p:cNvSpPr>
            <a:spLocks noGrp="1"/>
          </p:cNvSpPr>
          <p:nvPr>
            <p:ph type="pic" sz="quarter" idx="13" hasCustomPrompt="1"/>
          </p:nvPr>
        </p:nvSpPr>
        <p:spPr>
          <a:xfrm>
            <a:off x="0" y="0"/>
            <a:ext cx="12191998" cy="4151560"/>
          </a:xfrm>
          <a:custGeom>
            <a:avLst/>
            <a:gdLst>
              <a:gd name="connsiteX0" fmla="*/ 0 w 12191998"/>
              <a:gd name="connsiteY0" fmla="*/ 0 h 4151560"/>
              <a:gd name="connsiteX1" fmla="*/ 12191998 w 12191998"/>
              <a:gd name="connsiteY1" fmla="*/ 0 h 4151560"/>
              <a:gd name="connsiteX2" fmla="*/ 12191998 w 12191998"/>
              <a:gd name="connsiteY2" fmla="*/ 3809917 h 4151560"/>
              <a:gd name="connsiteX3" fmla="*/ 6591300 w 12191998"/>
              <a:gd name="connsiteY3" fmla="*/ 3764280 h 4151560"/>
              <a:gd name="connsiteX4" fmla="*/ 0 w 12191998"/>
              <a:gd name="connsiteY4" fmla="*/ 4151560 h 415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8" h="4151560">
                <a:moveTo>
                  <a:pt x="0" y="0"/>
                </a:moveTo>
                <a:lnTo>
                  <a:pt x="12191998" y="0"/>
                </a:lnTo>
                <a:lnTo>
                  <a:pt x="12191998" y="3809917"/>
                </a:lnTo>
                <a:cubicBezTo>
                  <a:pt x="10438128" y="3672797"/>
                  <a:pt x="8577580" y="3607009"/>
                  <a:pt x="6591300" y="3764280"/>
                </a:cubicBezTo>
                <a:cubicBezTo>
                  <a:pt x="2044700" y="4203491"/>
                  <a:pt x="1786890" y="4121120"/>
                  <a:pt x="0" y="4151560"/>
                </a:cubicBezTo>
                <a:close/>
              </a:path>
            </a:pathLst>
          </a:custGeom>
        </p:spPr>
        <p:txBody>
          <a:bodyPr wrap="square">
            <a:noAutofit/>
          </a:bodyPr>
          <a:lstStyle>
            <a:lvl1pPr marL="0" indent="0" algn="ctr">
              <a:buNone/>
              <a:defRPr>
                <a:solidFill>
                  <a:schemeClr val="accent5"/>
                </a:solidFill>
                <a:latin typeface="Helvetica" panose="020B0604020202020204" pitchFamily="34" charset="0"/>
              </a:defRPr>
            </a:lvl1pPr>
          </a:lstStyle>
          <a:p>
            <a:r>
              <a:rPr lang="en-US" dirty="0"/>
              <a:t>Insert photo here</a:t>
            </a:r>
          </a:p>
        </p:txBody>
      </p:sp>
      <p:sp>
        <p:nvSpPr>
          <p:cNvPr id="13" name="Text Placeholder 7">
            <a:extLst>
              <a:ext uri="{FF2B5EF4-FFF2-40B4-BE49-F238E27FC236}">
                <a16:creationId xmlns:a16="http://schemas.microsoft.com/office/drawing/2014/main" id="{5FD77643-24B8-4D2F-9CCC-3BCE807F703F}"/>
              </a:ext>
            </a:extLst>
          </p:cNvPr>
          <p:cNvSpPr>
            <a:spLocks noGrp="1"/>
          </p:cNvSpPr>
          <p:nvPr>
            <p:ph type="body" sz="quarter" idx="15" hasCustomPrompt="1"/>
          </p:nvPr>
        </p:nvSpPr>
        <p:spPr>
          <a:xfrm>
            <a:off x="7924800" y="4246790"/>
            <a:ext cx="3581400" cy="2081213"/>
          </a:xfrm>
          <a:prstGeom prst="rect">
            <a:avLst/>
          </a:prstGeom>
        </p:spPr>
        <p:txBody>
          <a:bodyPr anchor="ctr"/>
          <a:lstStyle>
            <a:lvl1pPr marL="0" indent="0">
              <a:buNone/>
              <a:defRPr>
                <a:latin typeface="Helvetica" panose="020B0604020202020204" pitchFamily="34" charset="0"/>
              </a:defRPr>
            </a:lvl1pPr>
          </a:lstStyle>
          <a:p>
            <a:pPr lvl="0"/>
            <a:r>
              <a:rPr lang="en-US" dirty="0"/>
              <a:t>Click to add subtitle</a:t>
            </a:r>
          </a:p>
        </p:txBody>
      </p:sp>
    </p:spTree>
    <p:extLst>
      <p:ext uri="{BB962C8B-B14F-4D97-AF65-F5344CB8AC3E}">
        <p14:creationId xmlns:p14="http://schemas.microsoft.com/office/powerpoint/2010/main" val="3886261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0F25F0BC-3414-4A4E-82FD-7DE1761A554A}"/>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 name="Rectangle 2">
            <a:extLst>
              <a:ext uri="{FF2B5EF4-FFF2-40B4-BE49-F238E27FC236}">
                <a16:creationId xmlns:a16="http://schemas.microsoft.com/office/drawing/2014/main" id="{5136E80E-F44A-4A08-AD5C-C4E6E83A717C}"/>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4" name="Freeform: Shape 3">
            <a:extLst>
              <a:ext uri="{FF2B5EF4-FFF2-40B4-BE49-F238E27FC236}">
                <a16:creationId xmlns:a16="http://schemas.microsoft.com/office/drawing/2014/main" id="{C4F02106-B95B-4137-ABA0-DE89F9345654}"/>
              </a:ext>
              <a:ext uri="{C183D7F6-B498-43B3-948B-1728B52AA6E4}">
                <adec:decorative xmlns:adec="http://schemas.microsoft.com/office/drawing/2017/decorative" val="1"/>
              </a:ext>
            </a:extLst>
          </p:cNvPr>
          <p:cNvSpPr/>
          <p:nvPr userDrawn="1"/>
        </p:nvSpPr>
        <p:spPr>
          <a:xfrm rot="10800000">
            <a:off x="3107" y="-6055"/>
            <a:ext cx="12185786" cy="2656696"/>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1"/>
              </a:solidFill>
              <a:latin typeface="Helvetica" panose="020B0604020202020204" pitchFamily="34" charset="0"/>
            </a:endParaRPr>
          </a:p>
        </p:txBody>
      </p:sp>
      <p:sp>
        <p:nvSpPr>
          <p:cNvPr id="5" name="Right Triangle 4">
            <a:extLst>
              <a:ext uri="{FF2B5EF4-FFF2-40B4-BE49-F238E27FC236}">
                <a16:creationId xmlns:a16="http://schemas.microsoft.com/office/drawing/2014/main" id="{86F50E1B-B981-4FF3-B7D0-ED31A0707BAE}"/>
              </a:ext>
              <a:ext uri="{C183D7F6-B498-43B3-948B-1728B52AA6E4}">
                <adec:decorative xmlns:adec="http://schemas.microsoft.com/office/drawing/2017/decorative" val="1"/>
              </a:ext>
            </a:extLst>
          </p:cNvPr>
          <p:cNvSpPr/>
          <p:nvPr userDrawn="1"/>
        </p:nvSpPr>
        <p:spPr>
          <a:xfrm rot="13500000">
            <a:off x="-266903" y="3535448"/>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sp>
        <p:nvSpPr>
          <p:cNvPr id="6" name="Freeform: Shape 5">
            <a:extLst>
              <a:ext uri="{FF2B5EF4-FFF2-40B4-BE49-F238E27FC236}">
                <a16:creationId xmlns:a16="http://schemas.microsoft.com/office/drawing/2014/main" id="{0AE35541-C201-4A8C-8E97-2CF46579AF03}"/>
              </a:ext>
              <a:ext uri="{C183D7F6-B498-43B3-948B-1728B52AA6E4}">
                <adec:decorative xmlns:adec="http://schemas.microsoft.com/office/drawing/2017/decorative" val="1"/>
              </a:ext>
            </a:extLst>
          </p:cNvPr>
          <p:cNvSpPr/>
          <p:nvPr userDrawn="1"/>
        </p:nvSpPr>
        <p:spPr>
          <a:xfrm>
            <a:off x="36273" y="5198354"/>
            <a:ext cx="2602925" cy="1671572"/>
          </a:xfrm>
          <a:custGeom>
            <a:avLst/>
            <a:gdLst>
              <a:gd name="connsiteX0" fmla="*/ 281723 w 2602925"/>
              <a:gd name="connsiteY0" fmla="*/ 0 h 1671572"/>
              <a:gd name="connsiteX1" fmla="*/ 2538665 w 2602925"/>
              <a:gd name="connsiteY1" fmla="*/ 1496001 h 1671572"/>
              <a:gd name="connsiteX2" fmla="*/ 2602925 w 2602925"/>
              <a:gd name="connsiteY2" fmla="*/ 1671572 h 1671572"/>
              <a:gd name="connsiteX3" fmla="*/ 1714953 w 2602925"/>
              <a:gd name="connsiteY3" fmla="*/ 1671572 h 1671572"/>
              <a:gd name="connsiteX4" fmla="*/ 1633707 w 2602925"/>
              <a:gd name="connsiteY4" fmla="*/ 1537837 h 1671572"/>
              <a:gd name="connsiteX5" fmla="*/ 281722 w 2602925"/>
              <a:gd name="connsiteY5" fmla="*/ 818992 h 1671572"/>
              <a:gd name="connsiteX6" fmla="*/ 115019 w 2602925"/>
              <a:gd name="connsiteY6" fmla="*/ 827410 h 1671572"/>
              <a:gd name="connsiteX7" fmla="*/ 0 w 2602925"/>
              <a:gd name="connsiteY7" fmla="*/ 844964 h 1671572"/>
              <a:gd name="connsiteX8" fmla="*/ 0 w 2602925"/>
              <a:gd name="connsiteY8" fmla="*/ 17421 h 1671572"/>
              <a:gd name="connsiteX9" fmla="*/ 31283 w 2602925"/>
              <a:gd name="connsiteY9" fmla="*/ 12646 h 1671572"/>
              <a:gd name="connsiteX10" fmla="*/ 281723 w 2602925"/>
              <a:gd name="connsiteY10" fmla="*/ 0 h 1671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2925" h="1671572">
                <a:moveTo>
                  <a:pt x="281723" y="0"/>
                </a:moveTo>
                <a:cubicBezTo>
                  <a:pt x="1296311" y="0"/>
                  <a:pt x="2166821" y="616864"/>
                  <a:pt x="2538665" y="1496001"/>
                </a:cubicBezTo>
                <a:lnTo>
                  <a:pt x="2602925" y="1671572"/>
                </a:lnTo>
                <a:lnTo>
                  <a:pt x="1714953" y="1671572"/>
                </a:lnTo>
                <a:lnTo>
                  <a:pt x="1633707" y="1537837"/>
                </a:lnTo>
                <a:cubicBezTo>
                  <a:pt x="1340706" y="1104138"/>
                  <a:pt x="844514" y="818992"/>
                  <a:pt x="281722" y="818992"/>
                </a:cubicBezTo>
                <a:cubicBezTo>
                  <a:pt x="225443" y="818992"/>
                  <a:pt x="169830" y="821844"/>
                  <a:pt x="115019" y="827410"/>
                </a:cubicBezTo>
                <a:lnTo>
                  <a:pt x="0" y="844964"/>
                </a:lnTo>
                <a:lnTo>
                  <a:pt x="0" y="17421"/>
                </a:lnTo>
                <a:lnTo>
                  <a:pt x="31283" y="12646"/>
                </a:lnTo>
                <a:cubicBezTo>
                  <a:pt x="113626" y="4284"/>
                  <a:pt x="197174" y="0"/>
                  <a:pt x="281723"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Helvetica" panose="020B0604020202020204" pitchFamily="34" charset="0"/>
            </a:endParaRPr>
          </a:p>
        </p:txBody>
      </p:sp>
      <p:grpSp>
        <p:nvGrpSpPr>
          <p:cNvPr id="7" name="Group 6">
            <a:extLst>
              <a:ext uri="{FF2B5EF4-FFF2-40B4-BE49-F238E27FC236}">
                <a16:creationId xmlns:a16="http://schemas.microsoft.com/office/drawing/2014/main" id="{2D77D8A9-52A9-426B-A7FA-8F0D57A03862}"/>
              </a:ext>
              <a:ext uri="{C183D7F6-B498-43B3-948B-1728B52AA6E4}">
                <adec:decorative xmlns:adec="http://schemas.microsoft.com/office/drawing/2017/decorative" val="1"/>
              </a:ext>
            </a:extLst>
          </p:cNvPr>
          <p:cNvGrpSpPr/>
          <p:nvPr userDrawn="1"/>
        </p:nvGrpSpPr>
        <p:grpSpPr>
          <a:xfrm>
            <a:off x="0" y="0"/>
            <a:ext cx="12214827" cy="6858000"/>
            <a:chOff x="-6214" y="-1"/>
            <a:chExt cx="12214827" cy="6858000"/>
          </a:xfrm>
        </p:grpSpPr>
        <p:cxnSp>
          <p:nvCxnSpPr>
            <p:cNvPr id="8" name="Straight Connector 7">
              <a:extLst>
                <a:ext uri="{FF2B5EF4-FFF2-40B4-BE49-F238E27FC236}">
                  <a16:creationId xmlns:a16="http://schemas.microsoft.com/office/drawing/2014/main" id="{9FBA36D2-108E-4BCE-B00B-7AADE262EBA8}"/>
                </a:ext>
              </a:extLst>
            </p:cNvPr>
            <p:cNvCxnSpPr>
              <a:cxnSpLocks/>
            </p:cNvCxnSpPr>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7CCA430-E045-49A4-BBFA-58E62DB70C12}"/>
                </a:ext>
              </a:extLst>
            </p:cNvPr>
            <p:cNvCxnSpPr>
              <a:cxnSpLocks/>
            </p:cNvCxnSpPr>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A8F23F5-C38C-4F4D-AC9D-53EE5C805B3C}"/>
                </a:ext>
              </a:extLst>
            </p:cNvPr>
            <p:cNvCxnSpPr>
              <a:cxnSpLocks/>
            </p:cNvCxnSpPr>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9F8BEAE-4D02-4E92-BF07-2B52C1DC6AAC}"/>
                </a:ext>
              </a:extLst>
            </p:cNvPr>
            <p:cNvCxnSpPr>
              <a:cxnSpLocks/>
            </p:cNvCxnSpPr>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ECE1E3-E88F-4BF4-91A1-21CE42A919ED}"/>
                </a:ext>
              </a:extLst>
            </p:cNvPr>
            <p:cNvCxnSpPr>
              <a:cxnSpLocks/>
            </p:cNvCxnSpPr>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F3597D0-8C2B-4DF1-A82D-B7AED489FAA9}"/>
                </a:ext>
              </a:extLst>
            </p:cNvPr>
            <p:cNvCxnSpPr>
              <a:cxnSpLocks/>
            </p:cNvCxnSpPr>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88A03C0-2CF4-4311-BFE9-050460F9B2B4}"/>
                </a:ext>
              </a:extLst>
            </p:cNvPr>
            <p:cNvCxnSpPr>
              <a:cxnSpLocks/>
            </p:cNvCxnSpPr>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9DD4F0C-1AB6-4919-A06A-C33148C95772}"/>
                </a:ext>
              </a:extLst>
            </p:cNvPr>
            <p:cNvCxnSpPr>
              <a:cxnSpLocks/>
            </p:cNvCxnSpPr>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F9DCDAB-1034-49DC-B20D-5B3AC4DDA949}"/>
                </a:ext>
              </a:extLst>
            </p:cNvPr>
            <p:cNvCxnSpPr>
              <a:cxnSpLocks/>
            </p:cNvCxnSpPr>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03569C8-7E1D-4D32-880E-03A713BC8EC2}"/>
                </a:ext>
              </a:extLst>
            </p:cNvPr>
            <p:cNvCxnSpPr>
              <a:cxnSpLocks/>
            </p:cNvCxnSpPr>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87C248-294D-4430-9163-A18DB7A0E58F}"/>
                </a:ext>
              </a:extLst>
            </p:cNvPr>
            <p:cNvCxnSpPr>
              <a:cxnSpLocks/>
            </p:cNvCxnSpPr>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4E8BBE7-F812-4E02-8220-479D4B2E9DB2}"/>
                </a:ext>
              </a:extLst>
            </p:cNvPr>
            <p:cNvCxnSpPr>
              <a:cxnSpLocks/>
            </p:cNvCxnSpPr>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AA42D07-05F3-4BE3-81BF-B5F84474EF19}"/>
                </a:ext>
              </a:extLst>
            </p:cNvPr>
            <p:cNvCxnSpPr>
              <a:cxnSpLocks/>
            </p:cNvCxnSpPr>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E1C5E67-B32B-49DC-BF5E-D25C7CF20873}"/>
                </a:ext>
              </a:extLst>
            </p:cNvPr>
            <p:cNvCxnSpPr>
              <a:cxnSpLocks/>
            </p:cNvCxnSpPr>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6B1788E-1754-47A2-853A-6FE39EEB1E03}"/>
                </a:ext>
              </a:extLst>
            </p:cNvPr>
            <p:cNvCxnSpPr>
              <a:cxnSpLocks/>
            </p:cNvCxnSpPr>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7682792-A763-4918-B362-26D487DE471E}"/>
                </a:ext>
              </a:extLst>
            </p:cNvPr>
            <p:cNvCxnSpPr>
              <a:cxnSpLocks/>
            </p:cNvCxnSpPr>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D52BF25-0CAE-4903-A7E6-8A7768DD1F70}"/>
                </a:ext>
              </a:extLst>
            </p:cNvPr>
            <p:cNvCxnSpPr>
              <a:cxnSpLocks/>
            </p:cNvCxnSpPr>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A14A49A-F4B0-444F-8BA5-9DC89AC760A0}"/>
                </a:ext>
              </a:extLst>
            </p:cNvPr>
            <p:cNvCxnSpPr>
              <a:cxnSpLocks/>
            </p:cNvCxnSpPr>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09471A-4DE2-47CD-AED8-27D5B1050BDC}"/>
                </a:ext>
              </a:extLst>
            </p:cNvPr>
            <p:cNvCxnSpPr>
              <a:cxnSpLocks/>
            </p:cNvCxnSpPr>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4C0A412-5D4A-44E9-9738-BD17D84887C4}"/>
                </a:ext>
              </a:extLst>
            </p:cNvPr>
            <p:cNvCxnSpPr>
              <a:cxnSpLocks/>
            </p:cNvCxnSpPr>
            <p:nvPr/>
          </p:nvCxnSpPr>
          <p:spPr>
            <a:xfrm>
              <a:off x="-6214"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F41B69-68CE-41EF-BBED-1CD4FF7A9F0B}"/>
                </a:ext>
              </a:extLst>
            </p:cNvPr>
            <p:cNvCxnSpPr>
              <a:cxnSpLocks/>
            </p:cNvCxnSpPr>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3B5DECC-07DB-431C-88EC-3AEE965EC130}"/>
                </a:ext>
              </a:extLst>
            </p:cNvPr>
            <p:cNvCxnSpPr>
              <a:cxnSpLocks/>
            </p:cNvCxnSpPr>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6CE55D3-190F-47D1-98A6-D7281E51E020}"/>
                </a:ext>
              </a:extLst>
            </p:cNvPr>
            <p:cNvCxnSpPr>
              <a:cxnSpLocks/>
            </p:cNvCxnSpPr>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0324378-6046-45CC-A273-AE16EFF671D7}"/>
                </a:ext>
              </a:extLst>
            </p:cNvPr>
            <p:cNvCxnSpPr>
              <a:cxnSpLocks/>
            </p:cNvCxnSpPr>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190AD03-D044-4A15-879F-BC87B702ABED}"/>
                </a:ext>
              </a:extLst>
            </p:cNvPr>
            <p:cNvCxnSpPr>
              <a:cxnSpLocks/>
            </p:cNvCxnSpPr>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9B3C48A-196D-4BE2-A7CD-848178CCFCAD}"/>
                </a:ext>
              </a:extLst>
            </p:cNvPr>
            <p:cNvCxnSpPr>
              <a:cxnSpLocks/>
            </p:cNvCxnSpPr>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4F5DF92-38A4-42C0-8492-7C34DBFEF333}"/>
                </a:ext>
              </a:extLst>
            </p:cNvPr>
            <p:cNvCxnSpPr>
              <a:cxnSpLocks/>
            </p:cNvCxnSpPr>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C093942-8F5E-4520-8571-946A6E5CEBA3}"/>
                </a:ext>
              </a:extLst>
            </p:cNvPr>
            <p:cNvCxnSpPr>
              <a:cxnSpLocks/>
            </p:cNvCxnSpPr>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648E900-15FD-4793-A783-15BD86852618}"/>
                </a:ext>
              </a:extLst>
            </p:cNvPr>
            <p:cNvCxnSpPr>
              <a:cxnSpLocks/>
            </p:cNvCxnSpPr>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7" name="Title 1">
            <a:extLst>
              <a:ext uri="{FF2B5EF4-FFF2-40B4-BE49-F238E27FC236}">
                <a16:creationId xmlns:a16="http://schemas.microsoft.com/office/drawing/2014/main" id="{5DF337DA-C179-4649-9021-51ECBB849B65}"/>
              </a:ext>
            </a:extLst>
          </p:cNvPr>
          <p:cNvSpPr>
            <a:spLocks noGrp="1"/>
          </p:cNvSpPr>
          <p:nvPr>
            <p:ph type="title"/>
          </p:nvPr>
        </p:nvSpPr>
        <p:spPr>
          <a:xfrm>
            <a:off x="457200" y="3520914"/>
            <a:ext cx="5552414" cy="2727486"/>
          </a:xfrm>
          <a:prstGeom prst="rect">
            <a:avLst/>
          </a:prstGeom>
        </p:spPr>
        <p:txBody>
          <a:bodyPr anchor="t">
            <a:normAutofit/>
          </a:bodyPr>
          <a:lstStyle>
            <a:lvl1pPr>
              <a:defRPr>
                <a:solidFill>
                  <a:schemeClr val="tx2"/>
                </a:solidFill>
                <a:latin typeface="Helvetica" panose="020B0604020202020204" pitchFamily="34" charset="0"/>
                <a:cs typeface="Helvetica" panose="020B0604020202020204" pitchFamily="34" charset="0"/>
              </a:defRPr>
            </a:lvl1pPr>
          </a:lstStyle>
          <a:p>
            <a:pPr>
              <a:lnSpc>
                <a:spcPct val="110000"/>
              </a:lnSpc>
            </a:pPr>
            <a:r>
              <a:rPr lang="en-US" dirty="0">
                <a:solidFill>
                  <a:schemeClr val="tx2"/>
                </a:solidFill>
                <a:cs typeface="Posterama" panose="020B0504020200020000" pitchFamily="34" charset="0"/>
              </a:rPr>
              <a:t>Click to edit Master title style</a:t>
            </a:r>
          </a:p>
        </p:txBody>
      </p:sp>
      <p:sp>
        <p:nvSpPr>
          <p:cNvPr id="50" name="Picture Placeholder 44">
            <a:extLst>
              <a:ext uri="{FF2B5EF4-FFF2-40B4-BE49-F238E27FC236}">
                <a16:creationId xmlns:a16="http://schemas.microsoft.com/office/drawing/2014/main" id="{CDAEDC08-93B5-4CC2-A77F-91F47AD1D735}"/>
              </a:ext>
            </a:extLst>
          </p:cNvPr>
          <p:cNvSpPr>
            <a:spLocks noGrp="1"/>
          </p:cNvSpPr>
          <p:nvPr>
            <p:ph type="pic" sz="quarter" idx="13" hasCustomPrompt="1"/>
          </p:nvPr>
        </p:nvSpPr>
        <p:spPr>
          <a:xfrm>
            <a:off x="190500" y="195263"/>
            <a:ext cx="5837238" cy="2960687"/>
          </a:xfrm>
          <a:prstGeom prst="rect">
            <a:avLst/>
          </a:prstGeom>
        </p:spPr>
        <p:txBody>
          <a:bodyPr/>
          <a:lstStyle>
            <a:lvl1pPr marL="0" indent="0" algn="ctr">
              <a:buNone/>
              <a:defRPr>
                <a:solidFill>
                  <a:schemeClr val="tx2"/>
                </a:solidFill>
                <a:latin typeface="Helvetica" panose="020B0604020202020204" pitchFamily="34" charset="0"/>
              </a:defRPr>
            </a:lvl1pPr>
          </a:lstStyle>
          <a:p>
            <a:r>
              <a:rPr lang="en-US" dirty="0"/>
              <a:t>Insert photo here</a:t>
            </a:r>
          </a:p>
        </p:txBody>
      </p:sp>
      <p:sp>
        <p:nvSpPr>
          <p:cNvPr id="51" name="Picture Placeholder 48">
            <a:extLst>
              <a:ext uri="{FF2B5EF4-FFF2-40B4-BE49-F238E27FC236}">
                <a16:creationId xmlns:a16="http://schemas.microsoft.com/office/drawing/2014/main" id="{C34DF4FD-6356-4CA5-9E6F-749666E2D43A}"/>
              </a:ext>
            </a:extLst>
          </p:cNvPr>
          <p:cNvSpPr>
            <a:spLocks noGrp="1"/>
          </p:cNvSpPr>
          <p:nvPr>
            <p:ph type="pic" sz="quarter" idx="14" hasCustomPrompt="1"/>
          </p:nvPr>
        </p:nvSpPr>
        <p:spPr>
          <a:xfrm>
            <a:off x="6164265" y="184840"/>
            <a:ext cx="5841996" cy="2987199"/>
          </a:xfrm>
          <a:prstGeom prst="rect">
            <a:avLst/>
          </a:prstGeom>
        </p:spPr>
        <p:txBody>
          <a:bodyPr/>
          <a:lstStyle>
            <a:lvl1pPr marL="0" indent="0" algn="ctr">
              <a:buNone/>
              <a:defRPr>
                <a:solidFill>
                  <a:schemeClr val="tx2"/>
                </a:solidFill>
                <a:latin typeface="Helvetica" panose="020B0604020202020204" pitchFamily="34" charset="0"/>
              </a:defRPr>
            </a:lvl1pPr>
          </a:lstStyle>
          <a:p>
            <a:r>
              <a:rPr lang="en-US" dirty="0"/>
              <a:t>Insert photo here</a:t>
            </a:r>
          </a:p>
        </p:txBody>
      </p:sp>
      <p:sp>
        <p:nvSpPr>
          <p:cNvPr id="39" name="Content Placeholder 38">
            <a:extLst>
              <a:ext uri="{FF2B5EF4-FFF2-40B4-BE49-F238E27FC236}">
                <a16:creationId xmlns:a16="http://schemas.microsoft.com/office/drawing/2014/main" id="{9C696AEE-49AB-4D07-90D6-AD1902517231}"/>
              </a:ext>
            </a:extLst>
          </p:cNvPr>
          <p:cNvSpPr>
            <a:spLocks noGrp="1"/>
          </p:cNvSpPr>
          <p:nvPr>
            <p:ph sz="quarter" idx="15" hasCustomPrompt="1"/>
          </p:nvPr>
        </p:nvSpPr>
        <p:spPr>
          <a:xfrm>
            <a:off x="6189663" y="3525611"/>
            <a:ext cx="5816600" cy="2720975"/>
          </a:xfrm>
          <a:prstGeom prst="rect">
            <a:avLst/>
          </a:prstGeom>
        </p:spPr>
        <p:txBody>
          <a:bodyPr/>
          <a:lstStyle>
            <a:lvl1pPr marL="0" indent="0">
              <a:buNone/>
              <a:defRPr sz="2400">
                <a:solidFill>
                  <a:schemeClr val="tx2"/>
                </a:solidFill>
                <a:latin typeface="Helvetica" panose="020B0604020202020204" pitchFamily="34" charset="0"/>
              </a:defRPr>
            </a:lvl1pPr>
            <a:lvl2pPr marL="0" indent="0">
              <a:buNone/>
              <a:defRPr sz="2400">
                <a:solidFill>
                  <a:schemeClr val="tx2"/>
                </a:solidFill>
              </a:defRPr>
            </a:lvl2pPr>
            <a:lvl3pPr marL="0" indent="0">
              <a:buNone/>
              <a:defRPr sz="2400">
                <a:solidFill>
                  <a:schemeClr val="tx2"/>
                </a:solidFill>
              </a:defRPr>
            </a:lvl3pPr>
            <a:lvl4pPr marL="0" indent="0">
              <a:buNone/>
              <a:defRPr sz="2400">
                <a:solidFill>
                  <a:schemeClr val="tx2"/>
                </a:solidFill>
              </a:defRPr>
            </a:lvl4pPr>
            <a:lvl5pPr marL="0" indent="0">
              <a:buNone/>
              <a:defRPr sz="2400">
                <a:solidFill>
                  <a:schemeClr val="tx2"/>
                </a:solidFill>
              </a:defRPr>
            </a:lvl5pPr>
          </a:lstStyle>
          <a:p>
            <a:pPr lvl="0"/>
            <a:r>
              <a:rPr lang="en-US" dirty="0"/>
              <a:t>Click to add text</a:t>
            </a:r>
          </a:p>
        </p:txBody>
      </p:sp>
      <p:sp>
        <p:nvSpPr>
          <p:cNvPr id="52" name="Date Placeholder 3">
            <a:extLst>
              <a:ext uri="{FF2B5EF4-FFF2-40B4-BE49-F238E27FC236}">
                <a16:creationId xmlns:a16="http://schemas.microsoft.com/office/drawing/2014/main" id="{CEABCB88-BA9F-47D3-A787-DF88895F2557}"/>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tx1"/>
                </a:solidFill>
                <a:latin typeface="Helvetica" panose="020B0604020202020204" pitchFamily="34" charset="0"/>
              </a:defRPr>
            </a:lvl1pPr>
          </a:lstStyle>
          <a:p>
            <a:r>
              <a:rPr lang="en-US" dirty="0"/>
              <a:t>2/2/20XX</a:t>
            </a:r>
          </a:p>
        </p:txBody>
      </p:sp>
      <p:sp>
        <p:nvSpPr>
          <p:cNvPr id="53" name="Footer Placeholder 4">
            <a:extLst>
              <a:ext uri="{FF2B5EF4-FFF2-40B4-BE49-F238E27FC236}">
                <a16:creationId xmlns:a16="http://schemas.microsoft.com/office/drawing/2014/main" id="{6244155B-5D28-4D19-90C2-1FBB57AA8E80}"/>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r>
              <a:rPr lang="en-US" dirty="0"/>
              <a:t>PRESENTATION TITLE</a:t>
            </a:r>
          </a:p>
        </p:txBody>
      </p:sp>
      <p:sp>
        <p:nvSpPr>
          <p:cNvPr id="54" name="Slide Number Placeholder 5">
            <a:extLst>
              <a:ext uri="{FF2B5EF4-FFF2-40B4-BE49-F238E27FC236}">
                <a16:creationId xmlns:a16="http://schemas.microsoft.com/office/drawing/2014/main" id="{E2F1D5A7-A160-4678-8595-C5E217295F85}"/>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fld id="{11A71338-8BA2-4C79-A6C5-5A8E30081D0C}" type="slidenum">
              <a:rPr lang="en-US" smtClean="0"/>
              <a:pPr/>
              <a:t>‹#›</a:t>
            </a:fld>
            <a:endParaRPr lang="en-US" dirty="0"/>
          </a:p>
        </p:txBody>
      </p:sp>
    </p:spTree>
    <p:extLst>
      <p:ext uri="{BB962C8B-B14F-4D97-AF65-F5344CB8AC3E}">
        <p14:creationId xmlns:p14="http://schemas.microsoft.com/office/powerpoint/2010/main" val="1738827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88878880-76F2-45B5-916B-36E7EE2B1CFF}"/>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 name="Rectangle 2">
            <a:extLst>
              <a:ext uri="{FF2B5EF4-FFF2-40B4-BE49-F238E27FC236}">
                <a16:creationId xmlns:a16="http://schemas.microsoft.com/office/drawing/2014/main" id="{1B75C3C8-6E32-4269-9316-DC942E00A4E2}"/>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4" name="Right Triangle 3">
            <a:extLst>
              <a:ext uri="{FF2B5EF4-FFF2-40B4-BE49-F238E27FC236}">
                <a16:creationId xmlns:a16="http://schemas.microsoft.com/office/drawing/2014/main" id="{247C2144-3704-461F-AEA4-5AD7F2A4BA9E}"/>
              </a:ext>
              <a:ext uri="{C183D7F6-B498-43B3-948B-1728B52AA6E4}">
                <adec:decorative xmlns:adec="http://schemas.microsoft.com/office/drawing/2017/decorative" val="1"/>
              </a:ext>
            </a:extLst>
          </p:cNvPr>
          <p:cNvSpPr/>
          <p:nvPr userDrawn="1"/>
        </p:nvSpPr>
        <p:spPr>
          <a:xfrm rot="13500000">
            <a:off x="-284145" y="1559143"/>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sp>
        <p:nvSpPr>
          <p:cNvPr id="5" name="Flowchart: Document 4">
            <a:extLst>
              <a:ext uri="{FF2B5EF4-FFF2-40B4-BE49-F238E27FC236}">
                <a16:creationId xmlns:a16="http://schemas.microsoft.com/office/drawing/2014/main" id="{5C2F4A0D-E022-45C1-A4F2-BDD40ECBB273}"/>
              </a:ext>
              <a:ext uri="{C183D7F6-B498-43B3-948B-1728B52AA6E4}">
                <adec:decorative xmlns:adec="http://schemas.microsoft.com/office/drawing/2017/decorative" val="1"/>
              </a:ext>
            </a:extLst>
          </p:cNvPr>
          <p:cNvSpPr/>
          <p:nvPr userDrawn="1"/>
        </p:nvSpPr>
        <p:spPr>
          <a:xfrm rot="5400000">
            <a:off x="7455724" y="2105114"/>
            <a:ext cx="6858000" cy="2647778"/>
          </a:xfrm>
          <a:prstGeom prst="flowChartDocument">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Helvetica" panose="020B0604020202020204" pitchFamily="34" charset="0"/>
            </a:endParaRPr>
          </a:p>
        </p:txBody>
      </p:sp>
      <p:grpSp>
        <p:nvGrpSpPr>
          <p:cNvPr id="6" name="Group 5">
            <a:extLst>
              <a:ext uri="{FF2B5EF4-FFF2-40B4-BE49-F238E27FC236}">
                <a16:creationId xmlns:a16="http://schemas.microsoft.com/office/drawing/2014/main" id="{3B95DAD1-C9F8-42EA-938C-AD799D0D1D1F}"/>
              </a:ext>
              <a:ext uri="{C183D7F6-B498-43B3-948B-1728B52AA6E4}">
                <adec:decorative xmlns:adec="http://schemas.microsoft.com/office/drawing/2017/decorative" val="1"/>
              </a:ext>
            </a:extLst>
          </p:cNvPr>
          <p:cNvGrpSpPr/>
          <p:nvPr userDrawn="1"/>
        </p:nvGrpSpPr>
        <p:grpSpPr>
          <a:xfrm>
            <a:off x="0" y="0"/>
            <a:ext cx="12214827" cy="6858000"/>
            <a:chOff x="-6214" y="-1"/>
            <a:chExt cx="12214827" cy="6858000"/>
          </a:xfrm>
        </p:grpSpPr>
        <p:cxnSp>
          <p:nvCxnSpPr>
            <p:cNvPr id="7" name="Straight Connector 6">
              <a:extLst>
                <a:ext uri="{FF2B5EF4-FFF2-40B4-BE49-F238E27FC236}">
                  <a16:creationId xmlns:a16="http://schemas.microsoft.com/office/drawing/2014/main" id="{CE106CB0-0456-42D2-9064-D8307EE2EE64}"/>
                </a:ext>
              </a:extLst>
            </p:cNvPr>
            <p:cNvCxnSpPr>
              <a:cxnSpLocks/>
            </p:cNvCxnSpPr>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564272-B469-4B76-89B3-EAE1C5EA5577}"/>
                </a:ext>
              </a:extLst>
            </p:cNvPr>
            <p:cNvCxnSpPr>
              <a:cxnSpLocks/>
            </p:cNvCxnSpPr>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C812937-53FC-4F40-9E1F-62BD5DC5C8EA}"/>
                </a:ext>
              </a:extLst>
            </p:cNvPr>
            <p:cNvCxnSpPr>
              <a:cxnSpLocks/>
            </p:cNvCxnSpPr>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5C30D30-0592-4A8D-9BFB-E39327DEB08D}"/>
                </a:ext>
              </a:extLst>
            </p:cNvPr>
            <p:cNvCxnSpPr>
              <a:cxnSpLocks/>
            </p:cNvCxnSpPr>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5EF5218-294E-41E0-B835-6CD21C0AB503}"/>
                </a:ext>
              </a:extLst>
            </p:cNvPr>
            <p:cNvCxnSpPr>
              <a:cxnSpLocks/>
            </p:cNvCxnSpPr>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4EAD817-B289-4780-AF71-3A814DA15175}"/>
                </a:ext>
              </a:extLst>
            </p:cNvPr>
            <p:cNvCxnSpPr>
              <a:cxnSpLocks/>
            </p:cNvCxnSpPr>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15FE1B7-342F-44E3-9A5F-4320F4B56F12}"/>
                </a:ext>
              </a:extLst>
            </p:cNvPr>
            <p:cNvCxnSpPr>
              <a:cxnSpLocks/>
            </p:cNvCxnSpPr>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304BD3-68AC-49BC-8B74-71637404CEEC}"/>
                </a:ext>
              </a:extLst>
            </p:cNvPr>
            <p:cNvCxnSpPr>
              <a:cxnSpLocks/>
            </p:cNvCxnSpPr>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0859D2C-72C4-411A-BD82-8368DDC03513}"/>
                </a:ext>
              </a:extLst>
            </p:cNvPr>
            <p:cNvCxnSpPr>
              <a:cxnSpLocks/>
            </p:cNvCxnSpPr>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22EA31-AED9-4314-8509-4087F82F1112}"/>
                </a:ext>
              </a:extLst>
            </p:cNvPr>
            <p:cNvCxnSpPr>
              <a:cxnSpLocks/>
            </p:cNvCxnSpPr>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4E3D353-A425-4930-AC93-9A9F93EC07EF}"/>
                </a:ext>
              </a:extLst>
            </p:cNvPr>
            <p:cNvCxnSpPr>
              <a:cxnSpLocks/>
            </p:cNvCxnSpPr>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75827C0-9081-4304-98D0-28375902854E}"/>
                </a:ext>
              </a:extLst>
            </p:cNvPr>
            <p:cNvCxnSpPr>
              <a:cxnSpLocks/>
            </p:cNvCxnSpPr>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BC916B-3AAC-4825-8D0F-923D60C0DA4E}"/>
                </a:ext>
              </a:extLst>
            </p:cNvPr>
            <p:cNvCxnSpPr>
              <a:cxnSpLocks/>
            </p:cNvCxnSpPr>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3085D6A-11B7-416E-9A80-085550712976}"/>
                </a:ext>
              </a:extLst>
            </p:cNvPr>
            <p:cNvCxnSpPr>
              <a:cxnSpLocks/>
            </p:cNvCxnSpPr>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1619986-89C6-4164-BD69-5117CB5E3D0D}"/>
                </a:ext>
              </a:extLst>
            </p:cNvPr>
            <p:cNvCxnSpPr>
              <a:cxnSpLocks/>
            </p:cNvCxnSpPr>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63A74F-F1A7-4546-BCB1-3C49033B344A}"/>
                </a:ext>
              </a:extLst>
            </p:cNvPr>
            <p:cNvCxnSpPr>
              <a:cxnSpLocks/>
            </p:cNvCxnSpPr>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48BEE97-AC71-4466-82E9-05302D19D2B2}"/>
                </a:ext>
              </a:extLst>
            </p:cNvPr>
            <p:cNvCxnSpPr>
              <a:cxnSpLocks/>
            </p:cNvCxnSpPr>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FB7EA87-48DE-40EC-97C4-1119D6E0BCFB}"/>
                </a:ext>
              </a:extLst>
            </p:cNvPr>
            <p:cNvCxnSpPr>
              <a:cxnSpLocks/>
            </p:cNvCxnSpPr>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09E735-55F1-46BE-964B-17589798C459}"/>
                </a:ext>
              </a:extLst>
            </p:cNvPr>
            <p:cNvCxnSpPr>
              <a:cxnSpLocks/>
            </p:cNvCxnSpPr>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AE224F2-AB69-40F3-83FC-5A1C2985F114}"/>
                </a:ext>
              </a:extLst>
            </p:cNvPr>
            <p:cNvCxnSpPr>
              <a:cxnSpLocks/>
            </p:cNvCxnSpPr>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841DFB-48FF-4E4C-BD80-FAEDD9869CA5}"/>
                </a:ext>
              </a:extLst>
            </p:cNvPr>
            <p:cNvCxnSpPr>
              <a:cxnSpLocks/>
            </p:cNvCxnSpPr>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3F2079C-0840-41A3-B649-BFA2657D7FCC}"/>
                </a:ext>
              </a:extLst>
            </p:cNvPr>
            <p:cNvCxnSpPr>
              <a:cxnSpLocks/>
            </p:cNvCxnSpPr>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24F5B96-0C46-4542-959C-A0AB18C7DAE4}"/>
                </a:ext>
              </a:extLst>
            </p:cNvPr>
            <p:cNvCxnSpPr>
              <a:cxnSpLocks/>
            </p:cNvCxnSpPr>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7E7EDBA-8F85-4F7A-A17D-6B49A51D412C}"/>
                </a:ext>
              </a:extLst>
            </p:cNvPr>
            <p:cNvCxnSpPr>
              <a:cxnSpLocks/>
            </p:cNvCxnSpPr>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43D3094-2C9C-4299-9065-669FFD8F5DD2}"/>
                </a:ext>
              </a:extLst>
            </p:cNvPr>
            <p:cNvCxnSpPr>
              <a:cxnSpLocks/>
            </p:cNvCxnSpPr>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E307EDA-19A4-4312-920D-EC02D2A70CBD}"/>
                </a:ext>
              </a:extLst>
            </p:cNvPr>
            <p:cNvCxnSpPr>
              <a:cxnSpLocks/>
            </p:cNvCxnSpPr>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2953220-FAE3-4A55-B3C5-632C82C456AA}"/>
                </a:ext>
              </a:extLst>
            </p:cNvPr>
            <p:cNvCxnSpPr>
              <a:cxnSpLocks/>
            </p:cNvCxnSpPr>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2B2B007-553A-4A33-B077-9CA9D0313326}"/>
                </a:ext>
              </a:extLst>
            </p:cNvPr>
            <p:cNvCxnSpPr>
              <a:cxnSpLocks/>
            </p:cNvCxnSpPr>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E213DEB-4CFC-46B3-8DB4-77581E46552F}"/>
                </a:ext>
              </a:extLst>
            </p:cNvPr>
            <p:cNvCxnSpPr>
              <a:cxnSpLocks/>
            </p:cNvCxnSpPr>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6" name="Title 1">
            <a:extLst>
              <a:ext uri="{FF2B5EF4-FFF2-40B4-BE49-F238E27FC236}">
                <a16:creationId xmlns:a16="http://schemas.microsoft.com/office/drawing/2014/main" id="{EBBBF2BB-36BE-45E7-A35B-260E76E7D477}"/>
              </a:ext>
            </a:extLst>
          </p:cNvPr>
          <p:cNvSpPr>
            <a:spLocks noGrp="1"/>
          </p:cNvSpPr>
          <p:nvPr>
            <p:ph type="title"/>
          </p:nvPr>
        </p:nvSpPr>
        <p:spPr>
          <a:xfrm>
            <a:off x="457200" y="725467"/>
            <a:ext cx="5410197" cy="1982171"/>
          </a:xfrm>
          <a:prstGeom prst="rect">
            <a:avLst/>
          </a:prstGeom>
        </p:spPr>
        <p:txBody>
          <a:bodyPr>
            <a:normAutofit/>
          </a:bodyPr>
          <a:lstStyle>
            <a:lvl1pPr>
              <a:defRPr>
                <a:latin typeface="Helvetica" panose="020B0604020202020204" pitchFamily="34" charset="0"/>
                <a:cs typeface="Helvetica" panose="020B0604020202020204" pitchFamily="34" charset="0"/>
              </a:defRPr>
            </a:lvl1pPr>
          </a:lstStyle>
          <a:p>
            <a:pPr>
              <a:lnSpc>
                <a:spcPct val="110000"/>
              </a:lnSpc>
            </a:pPr>
            <a:r>
              <a:rPr lang="en-US" dirty="0">
                <a:solidFill>
                  <a:srgbClr val="FFFFFF"/>
                </a:solidFill>
                <a:cs typeface="Posterama" panose="020B0504020200020000" pitchFamily="34" charset="0"/>
              </a:rPr>
              <a:t>Click to edit Master title style</a:t>
            </a:r>
          </a:p>
        </p:txBody>
      </p:sp>
      <p:sp>
        <p:nvSpPr>
          <p:cNvPr id="42" name="Content Placeholder 38">
            <a:extLst>
              <a:ext uri="{FF2B5EF4-FFF2-40B4-BE49-F238E27FC236}">
                <a16:creationId xmlns:a16="http://schemas.microsoft.com/office/drawing/2014/main" id="{03257FF4-6F58-4A1E-866D-198569F9174B}"/>
              </a:ext>
            </a:extLst>
          </p:cNvPr>
          <p:cNvSpPr>
            <a:spLocks noGrp="1"/>
          </p:cNvSpPr>
          <p:nvPr>
            <p:ph sz="quarter" idx="15" hasCustomPrompt="1"/>
          </p:nvPr>
        </p:nvSpPr>
        <p:spPr>
          <a:xfrm>
            <a:off x="453104" y="2957665"/>
            <a:ext cx="5543524" cy="3358733"/>
          </a:xfrm>
          <a:prstGeom prst="rect">
            <a:avLst/>
          </a:prstGeom>
        </p:spPr>
        <p:txBody>
          <a:bodyPr/>
          <a:lstStyle>
            <a:lvl1pPr marL="0" indent="0">
              <a:lnSpc>
                <a:spcPct val="120000"/>
              </a:lnSpc>
              <a:buNone/>
              <a:defRPr sz="1800">
                <a:solidFill>
                  <a:schemeClr val="bg1"/>
                </a:solidFill>
                <a:latin typeface="Helvetica" panose="020B0604020202020204" pitchFamily="34" charset="0"/>
              </a:defRPr>
            </a:lvl1pPr>
            <a:lvl2pPr marL="0" indent="0">
              <a:buNone/>
              <a:defRPr sz="2400">
                <a:solidFill>
                  <a:schemeClr val="tx2"/>
                </a:solidFill>
              </a:defRPr>
            </a:lvl2pPr>
            <a:lvl3pPr marL="0" indent="0">
              <a:buNone/>
              <a:defRPr sz="2400">
                <a:solidFill>
                  <a:schemeClr val="tx2"/>
                </a:solidFill>
              </a:defRPr>
            </a:lvl3pPr>
            <a:lvl4pPr marL="0" indent="0">
              <a:buNone/>
              <a:defRPr sz="2400">
                <a:solidFill>
                  <a:schemeClr val="tx2"/>
                </a:solidFill>
              </a:defRPr>
            </a:lvl4pPr>
            <a:lvl5pPr marL="0" indent="0">
              <a:buNone/>
              <a:defRPr sz="2400">
                <a:solidFill>
                  <a:schemeClr val="tx2"/>
                </a:solidFill>
              </a:defRPr>
            </a:lvl5pPr>
          </a:lstStyle>
          <a:p>
            <a:pPr lvl="0"/>
            <a:r>
              <a:rPr lang="en-US" dirty="0"/>
              <a:t>Click to add text</a:t>
            </a:r>
          </a:p>
        </p:txBody>
      </p:sp>
      <p:sp>
        <p:nvSpPr>
          <p:cNvPr id="44" name="Picture Placeholder 42">
            <a:extLst>
              <a:ext uri="{FF2B5EF4-FFF2-40B4-BE49-F238E27FC236}">
                <a16:creationId xmlns:a16="http://schemas.microsoft.com/office/drawing/2014/main" id="{32195099-4E20-48F3-8272-F12592AD44FC}"/>
              </a:ext>
            </a:extLst>
          </p:cNvPr>
          <p:cNvSpPr>
            <a:spLocks noGrp="1"/>
          </p:cNvSpPr>
          <p:nvPr>
            <p:ph type="pic" sz="quarter" idx="13" hasCustomPrompt="1"/>
          </p:nvPr>
        </p:nvSpPr>
        <p:spPr>
          <a:xfrm>
            <a:off x="6619875" y="725487"/>
            <a:ext cx="5388490" cy="5519467"/>
          </a:xfrm>
          <a:prstGeom prst="rect">
            <a:avLst/>
          </a:prstGeom>
        </p:spPr>
        <p:txBody>
          <a:bodyPr/>
          <a:lstStyle>
            <a:lvl1pPr marL="0" indent="0" algn="ctr">
              <a:buNone/>
              <a:defRPr>
                <a:latin typeface="Helvetica" panose="020B0604020202020204" pitchFamily="34" charset="0"/>
              </a:defRPr>
            </a:lvl1pPr>
          </a:lstStyle>
          <a:p>
            <a:r>
              <a:rPr lang="en-US" dirty="0"/>
              <a:t>Insert photo here</a:t>
            </a:r>
          </a:p>
        </p:txBody>
      </p:sp>
      <p:sp>
        <p:nvSpPr>
          <p:cNvPr id="39" name="Date Placeholder 3">
            <a:extLst>
              <a:ext uri="{FF2B5EF4-FFF2-40B4-BE49-F238E27FC236}">
                <a16:creationId xmlns:a16="http://schemas.microsoft.com/office/drawing/2014/main" id="{CFCED92E-6EA8-410D-90AD-DF0B229BF33D}"/>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bg1"/>
                </a:solidFill>
                <a:latin typeface="Helvetica" panose="020B0604020202020204" pitchFamily="34" charset="0"/>
              </a:defRPr>
            </a:lvl1pPr>
          </a:lstStyle>
          <a:p>
            <a:r>
              <a:rPr lang="en-US" dirty="0"/>
              <a:t>2/2/20XX</a:t>
            </a:r>
          </a:p>
        </p:txBody>
      </p:sp>
      <p:sp>
        <p:nvSpPr>
          <p:cNvPr id="40" name="Footer Placeholder 4">
            <a:extLst>
              <a:ext uri="{FF2B5EF4-FFF2-40B4-BE49-F238E27FC236}">
                <a16:creationId xmlns:a16="http://schemas.microsoft.com/office/drawing/2014/main" id="{FC6D7D3E-FCD8-42CA-A1BB-9112B5530576}"/>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bg1"/>
                </a:solidFill>
                <a:latin typeface="Helvetica" panose="020B0604020202020204" pitchFamily="34" charset="0"/>
              </a:defRPr>
            </a:lvl1pPr>
          </a:lstStyle>
          <a:p>
            <a:r>
              <a:rPr lang="en-US" dirty="0"/>
              <a:t>PRESENTATION TITLE</a:t>
            </a:r>
          </a:p>
        </p:txBody>
      </p:sp>
      <p:sp>
        <p:nvSpPr>
          <p:cNvPr id="41" name="Slide Number Placeholder 5">
            <a:extLst>
              <a:ext uri="{FF2B5EF4-FFF2-40B4-BE49-F238E27FC236}">
                <a16:creationId xmlns:a16="http://schemas.microsoft.com/office/drawing/2014/main" id="{A49CA3E6-DD23-4395-AE34-560EA1122353}"/>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bg1"/>
                </a:solidFill>
                <a:latin typeface="Helvetica" panose="020B0604020202020204" pitchFamily="34" charset="0"/>
              </a:defRPr>
            </a:lvl1pPr>
          </a:lstStyle>
          <a:p>
            <a:fld id="{11A71338-8BA2-4C79-A6C5-5A8E30081D0C}" type="slidenum">
              <a:rPr lang="en-US" smtClean="0"/>
              <a:pPr/>
              <a:t>‹#›</a:t>
            </a:fld>
            <a:endParaRPr lang="en-US" dirty="0"/>
          </a:p>
        </p:txBody>
      </p:sp>
    </p:spTree>
    <p:extLst>
      <p:ext uri="{BB962C8B-B14F-4D97-AF65-F5344CB8AC3E}">
        <p14:creationId xmlns:p14="http://schemas.microsoft.com/office/powerpoint/2010/main" val="3948112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0B54C968-9162-4E94-9F00-9921A43337D8}"/>
              </a:ext>
            </a:extLst>
          </p:cNvPr>
          <p:cNvSpPr>
            <a:spLocks noGrp="1"/>
          </p:cNvSpPr>
          <p:nvPr>
            <p:ph type="ctrTitle"/>
          </p:nvPr>
        </p:nvSpPr>
        <p:spPr>
          <a:xfrm>
            <a:off x="-9890" y="1"/>
            <a:ext cx="6168182" cy="6858000"/>
          </a:xfrm>
          <a:custGeom>
            <a:avLst/>
            <a:gdLst>
              <a:gd name="connsiteX0" fmla="*/ 0 w 5115291"/>
              <a:gd name="connsiteY0" fmla="*/ 0 h 6857989"/>
              <a:gd name="connsiteX1" fmla="*/ 5115291 w 5115291"/>
              <a:gd name="connsiteY1" fmla="*/ 0 h 6857989"/>
              <a:gd name="connsiteX2" fmla="*/ 5115291 w 5115291"/>
              <a:gd name="connsiteY2" fmla="*/ 6857989 h 6857989"/>
              <a:gd name="connsiteX3" fmla="*/ 0 w 5115291"/>
              <a:gd name="connsiteY3" fmla="*/ 6857989 h 6857989"/>
              <a:gd name="connsiteX4" fmla="*/ 0 w 5115291"/>
              <a:gd name="connsiteY4" fmla="*/ 0 h 6857989"/>
              <a:gd name="connsiteX0" fmla="*/ 0 w 5115291"/>
              <a:gd name="connsiteY0" fmla="*/ 8467 h 6866456"/>
              <a:gd name="connsiteX1" fmla="*/ 5022158 w 5115291"/>
              <a:gd name="connsiteY1" fmla="*/ 0 h 6866456"/>
              <a:gd name="connsiteX2" fmla="*/ 5115291 w 5115291"/>
              <a:gd name="connsiteY2" fmla="*/ 6866456 h 6866456"/>
              <a:gd name="connsiteX3" fmla="*/ 0 w 5115291"/>
              <a:gd name="connsiteY3" fmla="*/ 6866456 h 6866456"/>
              <a:gd name="connsiteX4" fmla="*/ 0 w 5115291"/>
              <a:gd name="connsiteY4" fmla="*/ 8467 h 6866456"/>
              <a:gd name="connsiteX0" fmla="*/ 0 w 5115291"/>
              <a:gd name="connsiteY0" fmla="*/ 0 h 6857989"/>
              <a:gd name="connsiteX1" fmla="*/ 5013692 w 5115291"/>
              <a:gd name="connsiteY1" fmla="*/ 0 h 6857989"/>
              <a:gd name="connsiteX2" fmla="*/ 5115291 w 5115291"/>
              <a:gd name="connsiteY2" fmla="*/ 6857989 h 6857989"/>
              <a:gd name="connsiteX3" fmla="*/ 0 w 5115291"/>
              <a:gd name="connsiteY3" fmla="*/ 6857989 h 6857989"/>
              <a:gd name="connsiteX4" fmla="*/ 0 w 5115291"/>
              <a:gd name="connsiteY4" fmla="*/ 0 h 6857989"/>
              <a:gd name="connsiteX0" fmla="*/ 0 w 5691024"/>
              <a:gd name="connsiteY0" fmla="*/ 0 h 6857989"/>
              <a:gd name="connsiteX1" fmla="*/ 5013692 w 5691024"/>
              <a:gd name="connsiteY1" fmla="*/ 0 h 6857989"/>
              <a:gd name="connsiteX2" fmla="*/ 5691024 w 5691024"/>
              <a:gd name="connsiteY2" fmla="*/ 3098800 h 6857989"/>
              <a:gd name="connsiteX3" fmla="*/ 5115291 w 5691024"/>
              <a:gd name="connsiteY3" fmla="*/ 6857989 h 6857989"/>
              <a:gd name="connsiteX4" fmla="*/ 0 w 5691024"/>
              <a:gd name="connsiteY4" fmla="*/ 6857989 h 6857989"/>
              <a:gd name="connsiteX5" fmla="*/ 0 w 5691024"/>
              <a:gd name="connsiteY5" fmla="*/ 0 h 6857989"/>
              <a:gd name="connsiteX0" fmla="*/ 0 w 6141720"/>
              <a:gd name="connsiteY0" fmla="*/ 0 h 6857989"/>
              <a:gd name="connsiteX1" fmla="*/ 5013692 w 6141720"/>
              <a:gd name="connsiteY1" fmla="*/ 0 h 6857989"/>
              <a:gd name="connsiteX2" fmla="*/ 5691024 w 6141720"/>
              <a:gd name="connsiteY2" fmla="*/ 3098800 h 6857989"/>
              <a:gd name="connsiteX3" fmla="*/ 6131290 w 6141720"/>
              <a:gd name="connsiteY3" fmla="*/ 5672667 h 6857989"/>
              <a:gd name="connsiteX4" fmla="*/ 5115291 w 6141720"/>
              <a:gd name="connsiteY4" fmla="*/ 6857989 h 6857989"/>
              <a:gd name="connsiteX5" fmla="*/ 0 w 6141720"/>
              <a:gd name="connsiteY5" fmla="*/ 6857989 h 6857989"/>
              <a:gd name="connsiteX6" fmla="*/ 0 w 6141720"/>
              <a:gd name="connsiteY6" fmla="*/ 0 h 6857989"/>
              <a:gd name="connsiteX0" fmla="*/ 0 w 6141720"/>
              <a:gd name="connsiteY0" fmla="*/ 0 h 6857989"/>
              <a:gd name="connsiteX1" fmla="*/ 5013692 w 6141720"/>
              <a:gd name="connsiteY1" fmla="*/ 0 h 6857989"/>
              <a:gd name="connsiteX2" fmla="*/ 5691024 w 6141720"/>
              <a:gd name="connsiteY2" fmla="*/ 3098800 h 6857989"/>
              <a:gd name="connsiteX3" fmla="*/ 6131290 w 6141720"/>
              <a:gd name="connsiteY3" fmla="*/ 5672667 h 6857989"/>
              <a:gd name="connsiteX4" fmla="*/ 5115291 w 6141720"/>
              <a:gd name="connsiteY4" fmla="*/ 6857989 h 6857989"/>
              <a:gd name="connsiteX5" fmla="*/ 0 w 6141720"/>
              <a:gd name="connsiteY5" fmla="*/ 6857989 h 6857989"/>
              <a:gd name="connsiteX6" fmla="*/ 0 w 6141720"/>
              <a:gd name="connsiteY6" fmla="*/ 0 h 6857989"/>
              <a:gd name="connsiteX0" fmla="*/ 0 w 6141720"/>
              <a:gd name="connsiteY0" fmla="*/ 0 h 6857989"/>
              <a:gd name="connsiteX1" fmla="*/ 5013692 w 6141720"/>
              <a:gd name="connsiteY1" fmla="*/ 0 h 6857989"/>
              <a:gd name="connsiteX2" fmla="*/ 5691024 w 6141720"/>
              <a:gd name="connsiteY2" fmla="*/ 3098800 h 6857989"/>
              <a:gd name="connsiteX3" fmla="*/ 6131290 w 6141720"/>
              <a:gd name="connsiteY3" fmla="*/ 5672667 h 6857989"/>
              <a:gd name="connsiteX4" fmla="*/ 5115291 w 6141720"/>
              <a:gd name="connsiteY4" fmla="*/ 6857989 h 6857989"/>
              <a:gd name="connsiteX5" fmla="*/ 0 w 6141720"/>
              <a:gd name="connsiteY5" fmla="*/ 6857989 h 6857989"/>
              <a:gd name="connsiteX6" fmla="*/ 0 w 6141720"/>
              <a:gd name="connsiteY6" fmla="*/ 0 h 6857989"/>
              <a:gd name="connsiteX0" fmla="*/ 0 w 6175182"/>
              <a:gd name="connsiteY0" fmla="*/ 0 h 6857989"/>
              <a:gd name="connsiteX1" fmla="*/ 5013692 w 6175182"/>
              <a:gd name="connsiteY1" fmla="*/ 0 h 6857989"/>
              <a:gd name="connsiteX2" fmla="*/ 5691024 w 6175182"/>
              <a:gd name="connsiteY2" fmla="*/ 3098800 h 6857989"/>
              <a:gd name="connsiteX3" fmla="*/ 6131290 w 6175182"/>
              <a:gd name="connsiteY3" fmla="*/ 5672667 h 6857989"/>
              <a:gd name="connsiteX4" fmla="*/ 5115291 w 6175182"/>
              <a:gd name="connsiteY4" fmla="*/ 6857989 h 6857989"/>
              <a:gd name="connsiteX5" fmla="*/ 0 w 6175182"/>
              <a:gd name="connsiteY5" fmla="*/ 6857989 h 6857989"/>
              <a:gd name="connsiteX6" fmla="*/ 0 w 6175182"/>
              <a:gd name="connsiteY6" fmla="*/ 0 h 6857989"/>
              <a:gd name="connsiteX0" fmla="*/ 0 w 6175182"/>
              <a:gd name="connsiteY0" fmla="*/ 0 h 6857989"/>
              <a:gd name="connsiteX1" fmla="*/ 5013692 w 6175182"/>
              <a:gd name="connsiteY1" fmla="*/ 0 h 6857989"/>
              <a:gd name="connsiteX2" fmla="*/ 5691024 w 6175182"/>
              <a:gd name="connsiteY2" fmla="*/ 3098800 h 6857989"/>
              <a:gd name="connsiteX3" fmla="*/ 6131290 w 6175182"/>
              <a:gd name="connsiteY3" fmla="*/ 5672667 h 6857989"/>
              <a:gd name="connsiteX4" fmla="*/ 5115291 w 6175182"/>
              <a:gd name="connsiteY4" fmla="*/ 6857989 h 6857989"/>
              <a:gd name="connsiteX5" fmla="*/ 0 w 6175182"/>
              <a:gd name="connsiteY5" fmla="*/ 6857989 h 6857989"/>
              <a:gd name="connsiteX6" fmla="*/ 0 w 6175182"/>
              <a:gd name="connsiteY6" fmla="*/ 0 h 6857989"/>
              <a:gd name="connsiteX0" fmla="*/ 0 w 6175182"/>
              <a:gd name="connsiteY0" fmla="*/ 0 h 6866456"/>
              <a:gd name="connsiteX1" fmla="*/ 5013692 w 6175182"/>
              <a:gd name="connsiteY1" fmla="*/ 0 h 6866456"/>
              <a:gd name="connsiteX2" fmla="*/ 5691024 w 6175182"/>
              <a:gd name="connsiteY2" fmla="*/ 3098800 h 6866456"/>
              <a:gd name="connsiteX3" fmla="*/ 6131290 w 6175182"/>
              <a:gd name="connsiteY3" fmla="*/ 5672667 h 6866456"/>
              <a:gd name="connsiteX4" fmla="*/ 5843424 w 6175182"/>
              <a:gd name="connsiteY4" fmla="*/ 6866456 h 6866456"/>
              <a:gd name="connsiteX5" fmla="*/ 0 w 6175182"/>
              <a:gd name="connsiteY5" fmla="*/ 6857989 h 6866456"/>
              <a:gd name="connsiteX6" fmla="*/ 0 w 6175182"/>
              <a:gd name="connsiteY6" fmla="*/ 0 h 6866456"/>
              <a:gd name="connsiteX0" fmla="*/ 0 w 6175182"/>
              <a:gd name="connsiteY0" fmla="*/ 0 h 6866456"/>
              <a:gd name="connsiteX1" fmla="*/ 5013692 w 6175182"/>
              <a:gd name="connsiteY1" fmla="*/ 0 h 6866456"/>
              <a:gd name="connsiteX2" fmla="*/ 5691024 w 6175182"/>
              <a:gd name="connsiteY2" fmla="*/ 3098800 h 6866456"/>
              <a:gd name="connsiteX3" fmla="*/ 6131290 w 6175182"/>
              <a:gd name="connsiteY3" fmla="*/ 5672667 h 6866456"/>
              <a:gd name="connsiteX4" fmla="*/ 5843424 w 6175182"/>
              <a:gd name="connsiteY4" fmla="*/ 6866456 h 6866456"/>
              <a:gd name="connsiteX5" fmla="*/ 0 w 6175182"/>
              <a:gd name="connsiteY5" fmla="*/ 6857989 h 6866456"/>
              <a:gd name="connsiteX6" fmla="*/ 0 w 6175182"/>
              <a:gd name="connsiteY6" fmla="*/ 0 h 6866456"/>
              <a:gd name="connsiteX0" fmla="*/ 0 w 6175182"/>
              <a:gd name="connsiteY0" fmla="*/ 0 h 6866456"/>
              <a:gd name="connsiteX1" fmla="*/ 5013692 w 6175182"/>
              <a:gd name="connsiteY1" fmla="*/ 0 h 6866456"/>
              <a:gd name="connsiteX2" fmla="*/ 5691024 w 6175182"/>
              <a:gd name="connsiteY2" fmla="*/ 3098800 h 6866456"/>
              <a:gd name="connsiteX3" fmla="*/ 6131290 w 6175182"/>
              <a:gd name="connsiteY3" fmla="*/ 5672667 h 6866456"/>
              <a:gd name="connsiteX4" fmla="*/ 5843424 w 6175182"/>
              <a:gd name="connsiteY4" fmla="*/ 6866456 h 6866456"/>
              <a:gd name="connsiteX5" fmla="*/ 0 w 6175182"/>
              <a:gd name="connsiteY5" fmla="*/ 6857989 h 6866456"/>
              <a:gd name="connsiteX6" fmla="*/ 0 w 6175182"/>
              <a:gd name="connsiteY6" fmla="*/ 0 h 6866456"/>
              <a:gd name="connsiteX0" fmla="*/ 0 w 6168182"/>
              <a:gd name="connsiteY0" fmla="*/ 0 h 6866456"/>
              <a:gd name="connsiteX1" fmla="*/ 5013692 w 6168182"/>
              <a:gd name="connsiteY1" fmla="*/ 0 h 6866456"/>
              <a:gd name="connsiteX2" fmla="*/ 5691024 w 6168182"/>
              <a:gd name="connsiteY2" fmla="*/ 3098800 h 6866456"/>
              <a:gd name="connsiteX3" fmla="*/ 6131290 w 6168182"/>
              <a:gd name="connsiteY3" fmla="*/ 5672667 h 6866456"/>
              <a:gd name="connsiteX4" fmla="*/ 5843424 w 6168182"/>
              <a:gd name="connsiteY4" fmla="*/ 6866456 h 6866456"/>
              <a:gd name="connsiteX5" fmla="*/ 0 w 6168182"/>
              <a:gd name="connsiteY5" fmla="*/ 6857989 h 6866456"/>
              <a:gd name="connsiteX6" fmla="*/ 0 w 6168182"/>
              <a:gd name="connsiteY6" fmla="*/ 0 h 686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8182" h="6866456">
                <a:moveTo>
                  <a:pt x="0" y="0"/>
                </a:moveTo>
                <a:lnTo>
                  <a:pt x="5013692" y="0"/>
                </a:lnTo>
                <a:cubicBezTo>
                  <a:pt x="5041915" y="2113844"/>
                  <a:pt x="5392928" y="2241197"/>
                  <a:pt x="5691024" y="3098800"/>
                </a:cubicBezTo>
                <a:cubicBezTo>
                  <a:pt x="6145754" y="4111625"/>
                  <a:pt x="6230068" y="5012267"/>
                  <a:pt x="6131290" y="5672667"/>
                </a:cubicBezTo>
                <a:cubicBezTo>
                  <a:pt x="6035335" y="6070597"/>
                  <a:pt x="5973246" y="6468526"/>
                  <a:pt x="5843424" y="6866456"/>
                </a:cubicBezTo>
                <a:lnTo>
                  <a:pt x="0" y="6857989"/>
                </a:lnTo>
                <a:lnTo>
                  <a:pt x="0" y="0"/>
                </a:lnTo>
                <a:close/>
              </a:path>
            </a:pathLst>
          </a:custGeom>
          <a:solidFill>
            <a:schemeClr val="accent5"/>
          </a:solidFill>
          <a:ln>
            <a:noFill/>
          </a:ln>
        </p:spPr>
        <p:txBody>
          <a:bodyPr lIns="640080" tIns="777240"/>
          <a:lstStyle>
            <a:lvl1pPr>
              <a:defRPr>
                <a:latin typeface="Helvetica" panose="020B0604020202020204" pitchFamily="34" charset="0"/>
              </a:defRPr>
            </a:lvl1pPr>
          </a:lstStyle>
          <a:p>
            <a:pPr algn="l"/>
            <a:r>
              <a:rPr lang="en-US" dirty="0">
                <a:solidFill>
                  <a:srgbClr val="FFFFFF"/>
                </a:solidFill>
                <a:effectLst>
                  <a:outerShdw blurRad="38100" dist="38100" dir="2700000" algn="tl">
                    <a:srgbClr val="000000">
                      <a:alpha val="43137"/>
                    </a:srgbClr>
                  </a:outerShdw>
                </a:effectLst>
              </a:rPr>
              <a:t>Click to edit Master title style</a:t>
            </a:r>
          </a:p>
        </p:txBody>
      </p:sp>
      <p:sp>
        <p:nvSpPr>
          <p:cNvPr id="45" name="Picture Placeholder 44">
            <a:extLst>
              <a:ext uri="{FF2B5EF4-FFF2-40B4-BE49-F238E27FC236}">
                <a16:creationId xmlns:a16="http://schemas.microsoft.com/office/drawing/2014/main" id="{BA990E7A-F299-4210-97ED-B2240FAF8D7D}"/>
              </a:ext>
            </a:extLst>
          </p:cNvPr>
          <p:cNvSpPr>
            <a:spLocks noGrp="1"/>
          </p:cNvSpPr>
          <p:nvPr>
            <p:ph type="pic" sz="quarter" idx="10" hasCustomPrompt="1"/>
          </p:nvPr>
        </p:nvSpPr>
        <p:spPr>
          <a:xfrm>
            <a:off x="4657725" y="0"/>
            <a:ext cx="7534275" cy="6857999"/>
          </a:xfrm>
          <a:custGeom>
            <a:avLst/>
            <a:gdLst>
              <a:gd name="connsiteX0" fmla="*/ 0 w 7432675"/>
              <a:gd name="connsiteY0" fmla="*/ 6856431 h 6857999"/>
              <a:gd name="connsiteX1" fmla="*/ 1083393 w 7432675"/>
              <a:gd name="connsiteY1" fmla="*/ 6857999 h 6857999"/>
              <a:gd name="connsiteX2" fmla="*/ 0 w 7432675"/>
              <a:gd name="connsiteY2" fmla="*/ 6857999 h 6857999"/>
              <a:gd name="connsiteX3" fmla="*/ 254367 w 7432675"/>
              <a:gd name="connsiteY3" fmla="*/ 0 h 6857999"/>
              <a:gd name="connsiteX4" fmla="*/ 7432675 w 7432675"/>
              <a:gd name="connsiteY4" fmla="*/ 0 h 6857999"/>
              <a:gd name="connsiteX5" fmla="*/ 7432675 w 7432675"/>
              <a:gd name="connsiteY5" fmla="*/ 6857999 h 6857999"/>
              <a:gd name="connsiteX6" fmla="*/ 1084100 w 7432675"/>
              <a:gd name="connsiteY6" fmla="*/ 6857999 h 6857999"/>
              <a:gd name="connsiteX7" fmla="*/ 1170353 w 7432675"/>
              <a:gd name="connsiteY7" fmla="*/ 6559920 h 6857999"/>
              <a:gd name="connsiteX8" fmla="*/ 1371965 w 7432675"/>
              <a:gd name="connsiteY8" fmla="*/ 5665681 h 6857999"/>
              <a:gd name="connsiteX9" fmla="*/ 931699 w 7432675"/>
              <a:gd name="connsiteY9" fmla="*/ 3094984 h 6857999"/>
              <a:gd name="connsiteX10" fmla="*/ 254367 w 7432675"/>
              <a:gd name="connsiteY10"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2675" h="6857999">
                <a:moveTo>
                  <a:pt x="0" y="6856431"/>
                </a:moveTo>
                <a:lnTo>
                  <a:pt x="1083393" y="6857999"/>
                </a:lnTo>
                <a:lnTo>
                  <a:pt x="0" y="6857999"/>
                </a:lnTo>
                <a:close/>
                <a:moveTo>
                  <a:pt x="254367" y="0"/>
                </a:moveTo>
                <a:lnTo>
                  <a:pt x="7432675" y="0"/>
                </a:lnTo>
                <a:lnTo>
                  <a:pt x="7432675" y="6857999"/>
                </a:lnTo>
                <a:lnTo>
                  <a:pt x="1084100" y="6857999"/>
                </a:lnTo>
                <a:lnTo>
                  <a:pt x="1170353" y="6559920"/>
                </a:lnTo>
                <a:cubicBezTo>
                  <a:pt x="1247083" y="6261841"/>
                  <a:pt x="1299999" y="5963761"/>
                  <a:pt x="1371965" y="5665681"/>
                </a:cubicBezTo>
                <a:cubicBezTo>
                  <a:pt x="1470743" y="5006095"/>
                  <a:pt x="1386429" y="4106562"/>
                  <a:pt x="931699" y="3094984"/>
                </a:cubicBezTo>
                <a:cubicBezTo>
                  <a:pt x="633604" y="2238437"/>
                  <a:pt x="282590" y="2111241"/>
                  <a:pt x="254367" y="0"/>
                </a:cubicBezTo>
                <a:close/>
              </a:path>
            </a:pathLst>
          </a:custGeom>
        </p:spPr>
        <p:txBody>
          <a:bodyPr wrap="square">
            <a:noAutofit/>
          </a:bodyPr>
          <a:lstStyle>
            <a:lvl1pPr marL="0" indent="0" algn="ctr">
              <a:buNone/>
              <a:defRPr>
                <a:solidFill>
                  <a:schemeClr val="tx1"/>
                </a:solidFill>
                <a:latin typeface="Helvetica" panose="020B0604020202020204" pitchFamily="34" charset="0"/>
              </a:defRPr>
            </a:lvl1pPr>
          </a:lstStyle>
          <a:p>
            <a:r>
              <a:rPr lang="en-US" dirty="0"/>
              <a:t>Insert photo here</a:t>
            </a:r>
          </a:p>
        </p:txBody>
      </p:sp>
      <p:sp>
        <p:nvSpPr>
          <p:cNvPr id="36" name="Subtitle 2">
            <a:extLst>
              <a:ext uri="{FF2B5EF4-FFF2-40B4-BE49-F238E27FC236}">
                <a16:creationId xmlns:a16="http://schemas.microsoft.com/office/drawing/2014/main" id="{74108930-733F-4442-A067-3D79F6C096BE}"/>
              </a:ext>
            </a:extLst>
          </p:cNvPr>
          <p:cNvSpPr>
            <a:spLocks noGrp="1"/>
          </p:cNvSpPr>
          <p:nvPr>
            <p:ph type="subTitle" idx="1" hasCustomPrompt="1"/>
          </p:nvPr>
        </p:nvSpPr>
        <p:spPr>
          <a:xfrm>
            <a:off x="537410" y="4072044"/>
            <a:ext cx="4567990" cy="1495379"/>
          </a:xfrm>
          <a:prstGeom prst="rect">
            <a:avLst/>
          </a:prstGeom>
        </p:spPr>
        <p:txBody>
          <a:bodyPr/>
          <a:lstStyle>
            <a:lvl1pPr marL="0" indent="0">
              <a:lnSpc>
                <a:spcPct val="100000"/>
              </a:lnSpc>
              <a:buNone/>
              <a:defRPr>
                <a:latin typeface="Helvetica" panose="020B0604020202020204" pitchFamily="34" charset="0"/>
              </a:defRPr>
            </a:lvl1pPr>
          </a:lstStyle>
          <a:p>
            <a:pPr algn="l">
              <a:lnSpc>
                <a:spcPct val="110000"/>
              </a:lnSpc>
              <a:tabLst>
                <a:tab pos="4686300" algn="l"/>
              </a:tabLst>
            </a:pPr>
            <a:r>
              <a:rPr lang="en-US" sz="2200" dirty="0">
                <a:solidFill>
                  <a:srgbClr val="FFFFFF"/>
                </a:solidFill>
                <a:effectLst>
                  <a:outerShdw blurRad="38100" dist="38100" dir="2700000" algn="tl">
                    <a:srgbClr val="000000">
                      <a:alpha val="43137"/>
                    </a:srgbClr>
                  </a:outerShdw>
                </a:effectLst>
              </a:rPr>
              <a:t>Click to add subtitle</a:t>
            </a:r>
          </a:p>
        </p:txBody>
      </p:sp>
    </p:spTree>
    <p:extLst>
      <p:ext uri="{BB962C8B-B14F-4D97-AF65-F5344CB8AC3E}">
        <p14:creationId xmlns:p14="http://schemas.microsoft.com/office/powerpoint/2010/main" val="1826128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BA840BD-172F-4ADB-A4C1-EA3FB3A68A67}"/>
              </a:ext>
              <a:ext uri="{C183D7F6-B498-43B3-948B-1728B52AA6E4}">
                <adec:decorative xmlns:adec="http://schemas.microsoft.com/office/drawing/2017/decorative" val="1"/>
              </a:ext>
            </a:extLst>
          </p:cNvPr>
          <p:cNvSpPr/>
          <p:nvPr userDrawn="1"/>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 name="Rectangle 2">
            <a:extLst>
              <a:ext uri="{FF2B5EF4-FFF2-40B4-BE49-F238E27FC236}">
                <a16:creationId xmlns:a16="http://schemas.microsoft.com/office/drawing/2014/main" id="{D0D03E71-B54E-4A6E-A4F8-B6056182446C}"/>
              </a:ext>
              <a:ext uri="{C183D7F6-B498-43B3-948B-1728B52AA6E4}">
                <adec:decorative xmlns:adec="http://schemas.microsoft.com/office/drawing/2017/decorative" val="1"/>
              </a:ext>
            </a:extLst>
          </p:cNvPr>
          <p:cNvSpPr/>
          <p:nvPr userDrawn="1"/>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latin typeface="Helvetica" panose="020B0604020202020204" pitchFamily="34" charset="0"/>
            </a:endParaRPr>
          </a:p>
        </p:txBody>
      </p:sp>
      <p:sp>
        <p:nvSpPr>
          <p:cNvPr id="4" name="Right Triangle 3">
            <a:extLst>
              <a:ext uri="{FF2B5EF4-FFF2-40B4-BE49-F238E27FC236}">
                <a16:creationId xmlns:a16="http://schemas.microsoft.com/office/drawing/2014/main" id="{DD6F5FA1-46FA-4429-A549-1D06D0D7D981}"/>
              </a:ext>
              <a:ext uri="{C183D7F6-B498-43B3-948B-1728B52AA6E4}">
                <adec:decorative xmlns:adec="http://schemas.microsoft.com/office/drawing/2017/decorative" val="1"/>
              </a:ext>
            </a:extLst>
          </p:cNvPr>
          <p:cNvSpPr/>
          <p:nvPr userDrawn="1"/>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grpSp>
        <p:nvGrpSpPr>
          <p:cNvPr id="5" name="Group 4">
            <a:extLst>
              <a:ext uri="{FF2B5EF4-FFF2-40B4-BE49-F238E27FC236}">
                <a16:creationId xmlns:a16="http://schemas.microsoft.com/office/drawing/2014/main" id="{971BDD7C-B416-481F-A16C-3B14FBB3132F}"/>
              </a:ext>
              <a:ext uri="{C183D7F6-B498-43B3-948B-1728B52AA6E4}">
                <adec:decorative xmlns:adec="http://schemas.microsoft.com/office/drawing/2017/decorative" val="1"/>
              </a:ext>
            </a:extLst>
          </p:cNvPr>
          <p:cNvGrpSpPr/>
          <p:nvPr userDrawn="1"/>
        </p:nvGrpSpPr>
        <p:grpSpPr>
          <a:xfrm>
            <a:off x="0" y="-1"/>
            <a:ext cx="12214827" cy="6858000"/>
            <a:chOff x="-6214" y="-1"/>
            <a:chExt cx="12214827" cy="6858000"/>
          </a:xfrm>
        </p:grpSpPr>
        <p:cxnSp>
          <p:nvCxnSpPr>
            <p:cNvPr id="6" name="Straight Connector 5">
              <a:extLst>
                <a:ext uri="{FF2B5EF4-FFF2-40B4-BE49-F238E27FC236}">
                  <a16:creationId xmlns:a16="http://schemas.microsoft.com/office/drawing/2014/main" id="{BCB31C5D-A43A-4C38-B74E-9234A84B02E9}"/>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6244DD8-1D8F-4AA3-A5F5-4298E404A2C8}"/>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CE3EBC0-4667-4BC6-A9CC-DA103BD5F43C}"/>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FF8C9D8-06A6-4057-AF4A-E68C2FF52192}"/>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98C5D6-0CD8-4B0A-9018-E4E8AB06B165}"/>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FA1E06-A7E0-4387-B888-01CD139E36C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7D7FF7A-6DED-49BA-B18D-C07C47CAC127}"/>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FB5490-621E-4776-8805-17DC2DEB2B2A}"/>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EFD8034-FE34-446D-BB83-87D71E740780}"/>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094A7D-9F32-4BC1-807A-99DF2F31074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7259383-E3EA-4FD9-8ED8-83404582FD54}"/>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A077C54-7103-434A-AC1C-7F8C94E7DE48}"/>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6FEA7A7-36E0-418B-B34C-E78BF293A96C}"/>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C33DAE9-7530-473F-B552-AEFA8FB27772}"/>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5A9F99-D683-48ED-A296-1FFD3F21F3A1}"/>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D183D34-AB5D-4F46-8E22-B01A42D6AC64}"/>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6E20-E8AB-4CF7-B688-5BFDFA98C97D}"/>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D5CACA9-37C6-4659-BECC-9BE92661075C}"/>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43037EA-282B-48DA-A0BF-8B91F2AB9F1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77A6A28-098B-407A-831E-D7948FE5E23B}"/>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BF6BC88-7C7A-46D2-ADA4-C76A9305F463}"/>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47B60D5-0F4B-420A-AB1D-D0294AC71C9E}"/>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3834F93-1811-4CFD-83C0-27A8A4B7C345}"/>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0F437B9-26C4-4229-BB1F-5642B6DFAA0A}"/>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167DE33-C7E4-48D4-9D60-DDC9998505F3}"/>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313C28F-6328-443A-8D90-A5449D98ACB1}"/>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8F2146-C0F1-40F0-8F15-8C43677357E3}"/>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7712F40-2F4A-4840-9A39-5A5D70CF6FD7}"/>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515D50-4076-4227-A8A6-1EB1AFD0ED33}"/>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6B10FFBE-9594-45E8-A55B-2C29EC499487}"/>
              </a:ext>
              <a:ext uri="{C183D7F6-B498-43B3-948B-1728B52AA6E4}">
                <adec:decorative xmlns:adec="http://schemas.microsoft.com/office/drawing/2017/decorative" val="1"/>
              </a:ext>
            </a:extLst>
          </p:cNvPr>
          <p:cNvSpPr/>
          <p:nvPr userDrawn="1"/>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6" name="Title 1">
            <a:extLst>
              <a:ext uri="{FF2B5EF4-FFF2-40B4-BE49-F238E27FC236}">
                <a16:creationId xmlns:a16="http://schemas.microsoft.com/office/drawing/2014/main" id="{6A6EAAA1-04E1-4507-BB68-77740F2960C1}"/>
              </a:ext>
              <a:ext uri="{C183D7F6-B498-43B3-948B-1728B52AA6E4}">
                <adec:decorative xmlns:adec="http://schemas.microsoft.com/office/drawing/2017/decorative" val="0"/>
              </a:ext>
            </a:extLst>
          </p:cNvPr>
          <p:cNvSpPr>
            <a:spLocks noGrp="1"/>
          </p:cNvSpPr>
          <p:nvPr>
            <p:ph type="title"/>
          </p:nvPr>
        </p:nvSpPr>
        <p:spPr>
          <a:xfrm>
            <a:off x="304804" y="339991"/>
            <a:ext cx="11502142" cy="1499851"/>
          </a:xfrm>
          <a:prstGeom prst="rect">
            <a:avLst/>
          </a:prstGeom>
        </p:spPr>
        <p:txBody>
          <a:bodyPr anchor="ctr">
            <a:normAutofit/>
          </a:bodyPr>
          <a:lstStyle>
            <a:lvl1pPr algn="ctr">
              <a:defRPr sz="4400">
                <a:solidFill>
                  <a:schemeClr val="tx1">
                    <a:alpha val="80000"/>
                  </a:schemeClr>
                </a:solidFill>
                <a:latin typeface="Helvetica" panose="020B0604020202020204" pitchFamily="34" charset="0"/>
                <a:cs typeface="Helvetica" panose="020B0604020202020204" pitchFamily="34" charset="0"/>
              </a:defRPr>
            </a:lvl1pPr>
          </a:lstStyle>
          <a:p>
            <a:pPr algn="ctr">
              <a:lnSpc>
                <a:spcPct val="110000"/>
              </a:lnSpc>
            </a:pPr>
            <a:r>
              <a:rPr lang="en-US" dirty="0">
                <a:solidFill>
                  <a:schemeClr val="tx2">
                    <a:alpha val="80000"/>
                  </a:schemeClr>
                </a:solidFill>
                <a:cs typeface="Posterama" panose="020B0504020200020000" pitchFamily="34" charset="0"/>
              </a:rPr>
              <a:t>Click to edit Master title style</a:t>
            </a:r>
          </a:p>
        </p:txBody>
      </p:sp>
      <p:sp>
        <p:nvSpPr>
          <p:cNvPr id="38" name="Content Placeholder 37">
            <a:extLst>
              <a:ext uri="{FF2B5EF4-FFF2-40B4-BE49-F238E27FC236}">
                <a16:creationId xmlns:a16="http://schemas.microsoft.com/office/drawing/2014/main" id="{A3DF4F51-7BE0-4413-AE23-64539333639A}"/>
              </a:ext>
            </a:extLst>
          </p:cNvPr>
          <p:cNvSpPr>
            <a:spLocks noGrp="1"/>
          </p:cNvSpPr>
          <p:nvPr>
            <p:ph sz="quarter" idx="13" hasCustomPrompt="1"/>
          </p:nvPr>
        </p:nvSpPr>
        <p:spPr>
          <a:xfrm>
            <a:off x="839788" y="2124075"/>
            <a:ext cx="10512425" cy="3906838"/>
          </a:xfrm>
          <a:prstGeom prst="rect">
            <a:avLst/>
          </a:prstGeom>
        </p:spPr>
        <p:txBody>
          <a:bodyPr/>
          <a:lstStyle>
            <a:lvl1pPr marL="0" indent="0">
              <a:buNone/>
              <a:defRPr sz="2000">
                <a:solidFill>
                  <a:schemeClr val="tx1"/>
                </a:solidFill>
                <a:latin typeface="Helvetica" panose="020B0604020202020204" pitchFamily="34" charset="0"/>
              </a:defRPr>
            </a:lvl1pPr>
            <a:lvl2pPr marL="0" indent="0">
              <a:buNone/>
              <a:defRPr sz="1800">
                <a:solidFill>
                  <a:schemeClr val="tx1"/>
                </a:solidFill>
              </a:defRPr>
            </a:lvl2pPr>
            <a:lvl3pPr marL="0" indent="0">
              <a:buNone/>
              <a:defRPr sz="1600">
                <a:solidFill>
                  <a:schemeClr val="tx1"/>
                </a:solidFill>
              </a:defRPr>
            </a:lvl3pPr>
            <a:lvl4pPr marL="0" indent="0">
              <a:buNone/>
              <a:defRPr sz="1400">
                <a:solidFill>
                  <a:schemeClr val="tx1"/>
                </a:solidFill>
              </a:defRPr>
            </a:lvl4pPr>
            <a:lvl5pPr marL="0" indent="0">
              <a:buNone/>
              <a:defRPr sz="1400">
                <a:solidFill>
                  <a:schemeClr val="tx1"/>
                </a:solidFill>
              </a:defRPr>
            </a:lvl5pPr>
          </a:lstStyle>
          <a:p>
            <a:pPr lvl="0"/>
            <a:r>
              <a:rPr lang="en-US" dirty="0"/>
              <a:t>Click to add content</a:t>
            </a:r>
          </a:p>
        </p:txBody>
      </p:sp>
      <p:sp>
        <p:nvSpPr>
          <p:cNvPr id="40" name="Date Placeholder 3">
            <a:extLst>
              <a:ext uri="{FF2B5EF4-FFF2-40B4-BE49-F238E27FC236}">
                <a16:creationId xmlns:a16="http://schemas.microsoft.com/office/drawing/2014/main" id="{523D1252-F7F4-4FB8-950F-8E4B712E27C1}"/>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tx1"/>
                </a:solidFill>
                <a:latin typeface="Helvetica" panose="020B0604020202020204" pitchFamily="34" charset="0"/>
              </a:defRPr>
            </a:lvl1pPr>
          </a:lstStyle>
          <a:p>
            <a:r>
              <a:rPr lang="en-US" dirty="0"/>
              <a:t>2/2/20XX</a:t>
            </a:r>
          </a:p>
        </p:txBody>
      </p:sp>
      <p:sp>
        <p:nvSpPr>
          <p:cNvPr id="41" name="Footer Placeholder 4">
            <a:extLst>
              <a:ext uri="{FF2B5EF4-FFF2-40B4-BE49-F238E27FC236}">
                <a16:creationId xmlns:a16="http://schemas.microsoft.com/office/drawing/2014/main" id="{F83A4E74-05AF-4A1F-A4D9-6EF4B285C271}"/>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r>
              <a:rPr lang="en-US" dirty="0"/>
              <a:t>PRESENTATION TITLE</a:t>
            </a:r>
          </a:p>
        </p:txBody>
      </p:sp>
      <p:sp>
        <p:nvSpPr>
          <p:cNvPr id="42" name="Slide Number Placeholder 5">
            <a:extLst>
              <a:ext uri="{FF2B5EF4-FFF2-40B4-BE49-F238E27FC236}">
                <a16:creationId xmlns:a16="http://schemas.microsoft.com/office/drawing/2014/main" id="{0E42BF9C-AE51-478A-B770-1FB2E0831E0D}"/>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fld id="{11A71338-8BA2-4C79-A6C5-5A8E30081D0C}" type="slidenum">
              <a:rPr lang="en-US" smtClean="0"/>
              <a:pPr/>
              <a:t>‹#›</a:t>
            </a:fld>
            <a:endParaRPr lang="en-US" dirty="0"/>
          </a:p>
        </p:txBody>
      </p:sp>
    </p:spTree>
    <p:extLst>
      <p:ext uri="{BB962C8B-B14F-4D97-AF65-F5344CB8AC3E}">
        <p14:creationId xmlns:p14="http://schemas.microsoft.com/office/powerpoint/2010/main" val="230080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4214285-E69B-44FA-8F37-3B82B332A01D}"/>
              </a:ext>
              <a:ext uri="{C183D7F6-B498-43B3-948B-1728B52AA6E4}">
                <adec:decorative xmlns:adec="http://schemas.microsoft.com/office/drawing/2017/decorative" val="1"/>
              </a:ext>
            </a:extLst>
          </p:cNvPr>
          <p:cNvSpPr/>
          <p:nvPr userDrawn="1"/>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 name="Rectangle 2">
            <a:extLst>
              <a:ext uri="{FF2B5EF4-FFF2-40B4-BE49-F238E27FC236}">
                <a16:creationId xmlns:a16="http://schemas.microsoft.com/office/drawing/2014/main" id="{48A3C966-52CB-4916-B4BA-FF672A06457C}"/>
              </a:ext>
              <a:ext uri="{C183D7F6-B498-43B3-948B-1728B52AA6E4}">
                <adec:decorative xmlns:adec="http://schemas.microsoft.com/office/drawing/2017/decorative" val="1"/>
              </a:ext>
            </a:extLst>
          </p:cNvPr>
          <p:cNvSpPr/>
          <p:nvPr userDrawn="1"/>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4" name="Right Triangle 3">
            <a:extLst>
              <a:ext uri="{FF2B5EF4-FFF2-40B4-BE49-F238E27FC236}">
                <a16:creationId xmlns:a16="http://schemas.microsoft.com/office/drawing/2014/main" id="{CB4C4AFF-B140-4B74-98E9-8E0DBC2D11FF}"/>
              </a:ext>
              <a:ext uri="{C183D7F6-B498-43B3-948B-1728B52AA6E4}">
                <adec:decorative xmlns:adec="http://schemas.microsoft.com/office/drawing/2017/decorative" val="1"/>
              </a:ext>
            </a:extLst>
          </p:cNvPr>
          <p:cNvSpPr/>
          <p:nvPr userDrawn="1"/>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grpSp>
        <p:nvGrpSpPr>
          <p:cNvPr id="5" name="Group 4">
            <a:extLst>
              <a:ext uri="{FF2B5EF4-FFF2-40B4-BE49-F238E27FC236}">
                <a16:creationId xmlns:a16="http://schemas.microsoft.com/office/drawing/2014/main" id="{CE8265C3-9975-474C-9EC6-1865EDA8BC92}"/>
              </a:ext>
              <a:ext uri="{C183D7F6-B498-43B3-948B-1728B52AA6E4}">
                <adec:decorative xmlns:adec="http://schemas.microsoft.com/office/drawing/2017/decorative" val="1"/>
              </a:ext>
            </a:extLst>
          </p:cNvPr>
          <p:cNvGrpSpPr/>
          <p:nvPr userDrawn="1"/>
        </p:nvGrpSpPr>
        <p:grpSpPr>
          <a:xfrm>
            <a:off x="0" y="-1"/>
            <a:ext cx="12214827" cy="6858000"/>
            <a:chOff x="-6214" y="-1"/>
            <a:chExt cx="12214827" cy="6858000"/>
          </a:xfrm>
        </p:grpSpPr>
        <p:cxnSp>
          <p:nvCxnSpPr>
            <p:cNvPr id="6" name="Straight Connector 5">
              <a:extLst>
                <a:ext uri="{FF2B5EF4-FFF2-40B4-BE49-F238E27FC236}">
                  <a16:creationId xmlns:a16="http://schemas.microsoft.com/office/drawing/2014/main" id="{430252D8-1C62-46C0-BAAF-2D16620E3F2B}"/>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FDBCA84-EA87-46AE-8031-A5D0D41767C3}"/>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D233BD8-AAA6-4B1E-997F-C2EDAB752A52}"/>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7343BE-C40B-42DF-9412-19CFE586E634}"/>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FB20094-175C-4954-AC21-B3DF7A29FD9B}"/>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CB5AAC6-CAF7-49AB-868B-96216F48F522}"/>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4F6A36-B3CB-477C-8DC4-27974A6E6AB0}"/>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4710AA7-7038-4AA1-BF59-5F70CD51DC85}"/>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B32F850-461E-4AFE-8859-EF590175A8D8}"/>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58594BA-77A7-4C7A-89BB-094E0EEC9072}"/>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144C66B-6345-41CE-87F1-9835625D215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6F4275-9BB8-482F-B133-0A4409246900}"/>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48B500-CA83-4484-AD8A-B2D2D070AC29}"/>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0090DED-C809-419C-B282-4CF2C023C03B}"/>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7812DB4-DFE4-4544-B138-17181A0765EB}"/>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B7C4281-5CEE-4DDC-A1C3-643D462CF979}"/>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67C4728-2C62-4235-A5E5-C1BC3E3A7D9B}"/>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A6AFA3C-432C-422E-8648-0294B214BD4F}"/>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3AB0C1E-8902-4F27-9C8B-4EAD269CB020}"/>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14D8F3C-E2CF-4B21-8A75-F7E2C934190B}"/>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73221B9-91B2-4BEA-A3AE-41740B0ED3D5}"/>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378359E-9B9D-46E3-8C5F-50F2DDC78B30}"/>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C909D46-962B-42D0-B061-0E7496E67E18}"/>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A859C6-92B5-4DD3-A147-73B1350FF3C7}"/>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926E7FA-BD78-40EC-BD71-DD58D0410E5D}"/>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C56267-308A-47A2-9533-FA19C9ECCDCE}"/>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B57300A-1BE1-4257-AB52-6BBDA69F19D5}"/>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722AA96-3A9B-4BE2-B7A3-D4B32EF3D46B}"/>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BD30F02-803D-4FDF-AA50-E6144C01D805}"/>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9E5E795C-10D5-4BFA-AFD1-F1128D94FCD0}"/>
              </a:ext>
              <a:ext uri="{C183D7F6-B498-43B3-948B-1728B52AA6E4}">
                <adec:decorative xmlns:adec="http://schemas.microsoft.com/office/drawing/2017/decorative" val="1"/>
              </a:ext>
            </a:extLst>
          </p:cNvPr>
          <p:cNvSpPr/>
          <p:nvPr userDrawn="1"/>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6" name="Title 1">
            <a:extLst>
              <a:ext uri="{FF2B5EF4-FFF2-40B4-BE49-F238E27FC236}">
                <a16:creationId xmlns:a16="http://schemas.microsoft.com/office/drawing/2014/main" id="{4CBDD123-7FC3-4DB0-9740-BA9F7A8BF0F9}"/>
              </a:ext>
              <a:ext uri="{C183D7F6-B498-43B3-948B-1728B52AA6E4}">
                <adec:decorative xmlns:adec="http://schemas.microsoft.com/office/drawing/2017/decorative" val="0"/>
              </a:ext>
            </a:extLst>
          </p:cNvPr>
          <p:cNvSpPr>
            <a:spLocks noGrp="1"/>
          </p:cNvSpPr>
          <p:nvPr>
            <p:ph type="title"/>
          </p:nvPr>
        </p:nvSpPr>
        <p:spPr>
          <a:xfrm>
            <a:off x="304804" y="339991"/>
            <a:ext cx="11502142" cy="1499851"/>
          </a:xfrm>
          <a:prstGeom prst="rect">
            <a:avLst/>
          </a:prstGeom>
        </p:spPr>
        <p:txBody>
          <a:bodyPr anchor="ctr">
            <a:normAutofit/>
          </a:bodyPr>
          <a:lstStyle>
            <a:lvl1pPr algn="ctr">
              <a:defRPr sz="4400">
                <a:solidFill>
                  <a:schemeClr val="tx1">
                    <a:alpha val="80000"/>
                  </a:schemeClr>
                </a:solidFill>
                <a:latin typeface="Helvetica" panose="020B0604020202020204" pitchFamily="34" charset="0"/>
                <a:cs typeface="Helvetica" panose="020B0604020202020204" pitchFamily="34" charset="0"/>
              </a:defRPr>
            </a:lvl1pPr>
          </a:lstStyle>
          <a:p>
            <a:pPr algn="ctr">
              <a:lnSpc>
                <a:spcPct val="110000"/>
              </a:lnSpc>
            </a:pPr>
            <a:r>
              <a:rPr lang="en-US" dirty="0">
                <a:solidFill>
                  <a:schemeClr val="tx2">
                    <a:alpha val="80000"/>
                  </a:schemeClr>
                </a:solidFill>
                <a:cs typeface="Posterama" panose="020B0504020200020000" pitchFamily="34" charset="0"/>
              </a:rPr>
              <a:t>Click to edit Master title style</a:t>
            </a:r>
          </a:p>
        </p:txBody>
      </p:sp>
      <p:sp>
        <p:nvSpPr>
          <p:cNvPr id="37" name="Date Placeholder 3">
            <a:extLst>
              <a:ext uri="{FF2B5EF4-FFF2-40B4-BE49-F238E27FC236}">
                <a16:creationId xmlns:a16="http://schemas.microsoft.com/office/drawing/2014/main" id="{24199D58-7108-494B-8A84-EB5906E2606D}"/>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tx1"/>
                </a:solidFill>
                <a:latin typeface="Helvetica" panose="020B0604020202020204" pitchFamily="34" charset="0"/>
              </a:defRPr>
            </a:lvl1pPr>
          </a:lstStyle>
          <a:p>
            <a:r>
              <a:rPr lang="en-US" dirty="0"/>
              <a:t>2/2/20XX</a:t>
            </a:r>
          </a:p>
        </p:txBody>
      </p:sp>
      <p:sp>
        <p:nvSpPr>
          <p:cNvPr id="38" name="Footer Placeholder 4">
            <a:extLst>
              <a:ext uri="{FF2B5EF4-FFF2-40B4-BE49-F238E27FC236}">
                <a16:creationId xmlns:a16="http://schemas.microsoft.com/office/drawing/2014/main" id="{3AAF141C-063A-4050-A290-B4B15D7D975F}"/>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r>
              <a:rPr lang="en-US" dirty="0"/>
              <a:t>PRESENTATION TITLE</a:t>
            </a:r>
          </a:p>
        </p:txBody>
      </p:sp>
      <p:sp>
        <p:nvSpPr>
          <p:cNvPr id="39" name="Slide Number Placeholder 5">
            <a:extLst>
              <a:ext uri="{FF2B5EF4-FFF2-40B4-BE49-F238E27FC236}">
                <a16:creationId xmlns:a16="http://schemas.microsoft.com/office/drawing/2014/main" id="{A3C23607-1575-4DAD-BCAD-E0DEAE79F25E}"/>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fld id="{11A71338-8BA2-4C79-A6C5-5A8E30081D0C}" type="slidenum">
              <a:rPr lang="en-US" smtClean="0"/>
              <a:pPr/>
              <a:t>‹#›</a:t>
            </a:fld>
            <a:endParaRPr lang="en-US" dirty="0"/>
          </a:p>
        </p:txBody>
      </p:sp>
      <p:sp>
        <p:nvSpPr>
          <p:cNvPr id="43" name="Content Placeholder 37">
            <a:extLst>
              <a:ext uri="{FF2B5EF4-FFF2-40B4-BE49-F238E27FC236}">
                <a16:creationId xmlns:a16="http://schemas.microsoft.com/office/drawing/2014/main" id="{64C5BEB3-C2F1-4083-B518-6A3C5E3D91C4}"/>
              </a:ext>
            </a:extLst>
          </p:cNvPr>
          <p:cNvSpPr>
            <a:spLocks noGrp="1"/>
          </p:cNvSpPr>
          <p:nvPr>
            <p:ph sz="quarter" idx="13" hasCustomPrompt="1"/>
          </p:nvPr>
        </p:nvSpPr>
        <p:spPr>
          <a:xfrm>
            <a:off x="1285461" y="2419525"/>
            <a:ext cx="9621076" cy="3334804"/>
          </a:xfrm>
          <a:prstGeom prst="rect">
            <a:avLst/>
          </a:prstGeom>
        </p:spPr>
        <p:txBody>
          <a:bodyPr/>
          <a:lstStyle>
            <a:lvl1pPr marL="0" indent="0">
              <a:buNone/>
              <a:defRPr sz="2000">
                <a:solidFill>
                  <a:schemeClr val="tx1"/>
                </a:solidFill>
                <a:latin typeface="Helvetica" panose="020B0604020202020204" pitchFamily="34" charset="0"/>
              </a:defRPr>
            </a:lvl1pPr>
            <a:lvl2pPr marL="0" indent="0">
              <a:buNone/>
              <a:defRPr sz="1800">
                <a:solidFill>
                  <a:schemeClr val="tx1"/>
                </a:solidFill>
              </a:defRPr>
            </a:lvl2pPr>
            <a:lvl3pPr marL="0" indent="0">
              <a:buNone/>
              <a:defRPr sz="1600">
                <a:solidFill>
                  <a:schemeClr val="tx1"/>
                </a:solidFill>
              </a:defRPr>
            </a:lvl3pPr>
            <a:lvl4pPr marL="0" indent="0">
              <a:buNone/>
              <a:defRPr sz="1400">
                <a:solidFill>
                  <a:schemeClr val="tx1"/>
                </a:solidFill>
              </a:defRPr>
            </a:lvl4pPr>
            <a:lvl5pPr marL="0" indent="0">
              <a:buNone/>
              <a:defRPr sz="1400">
                <a:solidFill>
                  <a:schemeClr val="tx1"/>
                </a:solidFill>
              </a:defRPr>
            </a:lvl5pPr>
          </a:lstStyle>
          <a:p>
            <a:pPr lvl="0"/>
            <a:r>
              <a:rPr lang="en-US" dirty="0"/>
              <a:t>Click to add content</a:t>
            </a:r>
          </a:p>
        </p:txBody>
      </p:sp>
    </p:spTree>
    <p:extLst>
      <p:ext uri="{BB962C8B-B14F-4D97-AF65-F5344CB8AC3E}">
        <p14:creationId xmlns:p14="http://schemas.microsoft.com/office/powerpoint/2010/main" val="335485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A0A1C8BA-EE32-4677-A0DB-E8B4A9367ACA}"/>
              </a:ext>
              <a:ext uri="{C183D7F6-B498-43B3-948B-1728B52AA6E4}">
                <adec:decorative xmlns:adec="http://schemas.microsoft.com/office/drawing/2017/decorative" val="1"/>
              </a:ext>
            </a:extLst>
          </p:cNvPr>
          <p:cNvSpPr/>
          <p:nvPr userDrawn="1"/>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latin typeface="Helvetica" panose="020B0604020202020204" pitchFamily="34" charset="0"/>
            </a:endParaRPr>
          </a:p>
        </p:txBody>
      </p:sp>
      <p:sp>
        <p:nvSpPr>
          <p:cNvPr id="44" name="Picture Placeholder 43">
            <a:extLst>
              <a:ext uri="{FF2B5EF4-FFF2-40B4-BE49-F238E27FC236}">
                <a16:creationId xmlns:a16="http://schemas.microsoft.com/office/drawing/2014/main" id="{5579473C-4A97-4174-B0C4-C4B3192B7406}"/>
              </a:ext>
            </a:extLst>
          </p:cNvPr>
          <p:cNvSpPr>
            <a:spLocks noGrp="1"/>
          </p:cNvSpPr>
          <p:nvPr>
            <p:ph type="pic" sz="quarter" idx="13" hasCustomPrompt="1"/>
          </p:nvPr>
        </p:nvSpPr>
        <p:spPr>
          <a:xfrm>
            <a:off x="0" y="0"/>
            <a:ext cx="12192000" cy="6858000"/>
          </a:xfrm>
          <a:prstGeom prst="rect">
            <a:avLst/>
          </a:prstGeom>
        </p:spPr>
        <p:txBody>
          <a:bodyPr anchor="ctr"/>
          <a:lstStyle>
            <a:lvl1pPr marL="0" indent="0" algn="ctr">
              <a:buNone/>
              <a:defRPr>
                <a:latin typeface="Helvetica" panose="020B0604020202020204" pitchFamily="34" charset="0"/>
              </a:defRPr>
            </a:lvl1pPr>
          </a:lstStyle>
          <a:p>
            <a:r>
              <a:rPr lang="en-US" dirty="0"/>
              <a:t>Insert photo here</a:t>
            </a:r>
          </a:p>
        </p:txBody>
      </p:sp>
      <p:sp>
        <p:nvSpPr>
          <p:cNvPr id="35" name="Title 1">
            <a:extLst>
              <a:ext uri="{FF2B5EF4-FFF2-40B4-BE49-F238E27FC236}">
                <a16:creationId xmlns:a16="http://schemas.microsoft.com/office/drawing/2014/main" id="{31A29B09-9725-4A06-8144-D0350E24878C}"/>
              </a:ext>
            </a:extLst>
          </p:cNvPr>
          <p:cNvSpPr>
            <a:spLocks noGrp="1"/>
          </p:cNvSpPr>
          <p:nvPr>
            <p:ph type="ctrTitle"/>
          </p:nvPr>
        </p:nvSpPr>
        <p:spPr>
          <a:xfrm>
            <a:off x="12192" y="-1"/>
            <a:ext cx="12167616" cy="3278531"/>
          </a:xfrm>
          <a:custGeom>
            <a:avLst/>
            <a:gdLst>
              <a:gd name="connsiteX0" fmla="*/ 0 w 12167616"/>
              <a:gd name="connsiteY0" fmla="*/ 0 h 3048002"/>
              <a:gd name="connsiteX1" fmla="*/ 12167616 w 12167616"/>
              <a:gd name="connsiteY1" fmla="*/ 0 h 3048002"/>
              <a:gd name="connsiteX2" fmla="*/ 12167616 w 12167616"/>
              <a:gd name="connsiteY2" fmla="*/ 3048002 h 3048002"/>
              <a:gd name="connsiteX3" fmla="*/ 0 w 12167616"/>
              <a:gd name="connsiteY3" fmla="*/ 3048002 h 3048002"/>
              <a:gd name="connsiteX4" fmla="*/ 0 w 12167616"/>
              <a:gd name="connsiteY4" fmla="*/ 0 h 3048002"/>
              <a:gd name="connsiteX0" fmla="*/ 0 w 12167616"/>
              <a:gd name="connsiteY0" fmla="*/ 0 h 3276633"/>
              <a:gd name="connsiteX1" fmla="*/ 12167616 w 12167616"/>
              <a:gd name="connsiteY1" fmla="*/ 0 h 3276633"/>
              <a:gd name="connsiteX2" fmla="*/ 12167616 w 12167616"/>
              <a:gd name="connsiteY2" fmla="*/ 3048002 h 3276633"/>
              <a:gd name="connsiteX3" fmla="*/ 3226308 w 12167616"/>
              <a:gd name="connsiteY3" fmla="*/ 3276602 h 3276633"/>
              <a:gd name="connsiteX4" fmla="*/ 0 w 12167616"/>
              <a:gd name="connsiteY4" fmla="*/ 3048002 h 3276633"/>
              <a:gd name="connsiteX5" fmla="*/ 0 w 12167616"/>
              <a:gd name="connsiteY5" fmla="*/ 0 h 3276633"/>
              <a:gd name="connsiteX0" fmla="*/ 0 w 12167616"/>
              <a:gd name="connsiteY0" fmla="*/ 0 h 3277205"/>
              <a:gd name="connsiteX1" fmla="*/ 12167616 w 12167616"/>
              <a:gd name="connsiteY1" fmla="*/ 0 h 3277205"/>
              <a:gd name="connsiteX2" fmla="*/ 12167616 w 12167616"/>
              <a:gd name="connsiteY2" fmla="*/ 3048002 h 3277205"/>
              <a:gd name="connsiteX3" fmla="*/ 7493508 w 12167616"/>
              <a:gd name="connsiteY3" fmla="*/ 2819402 h 3277205"/>
              <a:gd name="connsiteX4" fmla="*/ 3226308 w 12167616"/>
              <a:gd name="connsiteY4" fmla="*/ 3276602 h 3277205"/>
              <a:gd name="connsiteX5" fmla="*/ 0 w 12167616"/>
              <a:gd name="connsiteY5" fmla="*/ 3048002 h 3277205"/>
              <a:gd name="connsiteX6" fmla="*/ 0 w 12167616"/>
              <a:gd name="connsiteY6" fmla="*/ 0 h 3277205"/>
              <a:gd name="connsiteX0" fmla="*/ 0 w 12167616"/>
              <a:gd name="connsiteY0" fmla="*/ 0 h 3277205"/>
              <a:gd name="connsiteX1" fmla="*/ 12167616 w 12167616"/>
              <a:gd name="connsiteY1" fmla="*/ 0 h 3277205"/>
              <a:gd name="connsiteX2" fmla="*/ 12158091 w 12167616"/>
              <a:gd name="connsiteY2" fmla="*/ 2495552 h 3277205"/>
              <a:gd name="connsiteX3" fmla="*/ 7493508 w 12167616"/>
              <a:gd name="connsiteY3" fmla="*/ 2819402 h 3277205"/>
              <a:gd name="connsiteX4" fmla="*/ 3226308 w 12167616"/>
              <a:gd name="connsiteY4" fmla="*/ 3276602 h 3277205"/>
              <a:gd name="connsiteX5" fmla="*/ 0 w 12167616"/>
              <a:gd name="connsiteY5" fmla="*/ 3048002 h 3277205"/>
              <a:gd name="connsiteX6" fmla="*/ 0 w 12167616"/>
              <a:gd name="connsiteY6" fmla="*/ 0 h 3277205"/>
              <a:gd name="connsiteX0" fmla="*/ 0 w 12167616"/>
              <a:gd name="connsiteY0" fmla="*/ 0 h 3277205"/>
              <a:gd name="connsiteX1" fmla="*/ 12167616 w 12167616"/>
              <a:gd name="connsiteY1" fmla="*/ 0 h 3277205"/>
              <a:gd name="connsiteX2" fmla="*/ 12158091 w 12167616"/>
              <a:gd name="connsiteY2" fmla="*/ 2495552 h 3277205"/>
              <a:gd name="connsiteX3" fmla="*/ 7493508 w 12167616"/>
              <a:gd name="connsiteY3" fmla="*/ 2819402 h 3277205"/>
              <a:gd name="connsiteX4" fmla="*/ 3226308 w 12167616"/>
              <a:gd name="connsiteY4" fmla="*/ 3276602 h 3277205"/>
              <a:gd name="connsiteX5" fmla="*/ 0 w 12167616"/>
              <a:gd name="connsiteY5" fmla="*/ 3048002 h 3277205"/>
              <a:gd name="connsiteX6" fmla="*/ 0 w 12167616"/>
              <a:gd name="connsiteY6" fmla="*/ 0 h 3277205"/>
              <a:gd name="connsiteX0" fmla="*/ 0 w 12167616"/>
              <a:gd name="connsiteY0" fmla="*/ 0 h 3277205"/>
              <a:gd name="connsiteX1" fmla="*/ 12167616 w 12167616"/>
              <a:gd name="connsiteY1" fmla="*/ 0 h 3277205"/>
              <a:gd name="connsiteX2" fmla="*/ 12158091 w 12167616"/>
              <a:gd name="connsiteY2" fmla="*/ 2495552 h 3277205"/>
              <a:gd name="connsiteX3" fmla="*/ 7493508 w 12167616"/>
              <a:gd name="connsiteY3" fmla="*/ 2819402 h 3277205"/>
              <a:gd name="connsiteX4" fmla="*/ 3226308 w 12167616"/>
              <a:gd name="connsiteY4" fmla="*/ 3276602 h 3277205"/>
              <a:gd name="connsiteX5" fmla="*/ 0 w 12167616"/>
              <a:gd name="connsiteY5" fmla="*/ 3048002 h 3277205"/>
              <a:gd name="connsiteX6" fmla="*/ 0 w 12167616"/>
              <a:gd name="connsiteY6" fmla="*/ 0 h 3277205"/>
              <a:gd name="connsiteX0" fmla="*/ 0 w 12167616"/>
              <a:gd name="connsiteY0" fmla="*/ 0 h 3277912"/>
              <a:gd name="connsiteX1" fmla="*/ 12167616 w 12167616"/>
              <a:gd name="connsiteY1" fmla="*/ 0 h 3277912"/>
              <a:gd name="connsiteX2" fmla="*/ 12158091 w 12167616"/>
              <a:gd name="connsiteY2" fmla="*/ 2495552 h 3277912"/>
              <a:gd name="connsiteX3" fmla="*/ 7493508 w 12167616"/>
              <a:gd name="connsiteY3" fmla="*/ 2819402 h 3277912"/>
              <a:gd name="connsiteX4" fmla="*/ 3226308 w 12167616"/>
              <a:gd name="connsiteY4" fmla="*/ 3276602 h 3277912"/>
              <a:gd name="connsiteX5" fmla="*/ 0 w 12167616"/>
              <a:gd name="connsiteY5" fmla="*/ 3048002 h 3277912"/>
              <a:gd name="connsiteX6" fmla="*/ 0 w 12167616"/>
              <a:gd name="connsiteY6" fmla="*/ 0 h 3277912"/>
              <a:gd name="connsiteX0" fmla="*/ 0 w 12167616"/>
              <a:gd name="connsiteY0" fmla="*/ 0 h 3278531"/>
              <a:gd name="connsiteX1" fmla="*/ 12167616 w 12167616"/>
              <a:gd name="connsiteY1" fmla="*/ 0 h 3278531"/>
              <a:gd name="connsiteX2" fmla="*/ 12158091 w 12167616"/>
              <a:gd name="connsiteY2" fmla="*/ 2495552 h 3278531"/>
              <a:gd name="connsiteX3" fmla="*/ 7493508 w 12167616"/>
              <a:gd name="connsiteY3" fmla="*/ 2819402 h 3278531"/>
              <a:gd name="connsiteX4" fmla="*/ 3226308 w 12167616"/>
              <a:gd name="connsiteY4" fmla="*/ 3276602 h 3278531"/>
              <a:gd name="connsiteX5" fmla="*/ 0 w 12167616"/>
              <a:gd name="connsiteY5" fmla="*/ 3048002 h 3278531"/>
              <a:gd name="connsiteX6" fmla="*/ 0 w 12167616"/>
              <a:gd name="connsiteY6" fmla="*/ 0 h 3278531"/>
              <a:gd name="connsiteX0" fmla="*/ 0 w 12167616"/>
              <a:gd name="connsiteY0" fmla="*/ 0 h 3278531"/>
              <a:gd name="connsiteX1" fmla="*/ 12167616 w 12167616"/>
              <a:gd name="connsiteY1" fmla="*/ 0 h 3278531"/>
              <a:gd name="connsiteX2" fmla="*/ 12158091 w 12167616"/>
              <a:gd name="connsiteY2" fmla="*/ 2495552 h 3278531"/>
              <a:gd name="connsiteX3" fmla="*/ 7493508 w 12167616"/>
              <a:gd name="connsiteY3" fmla="*/ 2819402 h 3278531"/>
              <a:gd name="connsiteX4" fmla="*/ 3226308 w 12167616"/>
              <a:gd name="connsiteY4" fmla="*/ 3276602 h 3278531"/>
              <a:gd name="connsiteX5" fmla="*/ 0 w 12167616"/>
              <a:gd name="connsiteY5" fmla="*/ 3048002 h 3278531"/>
              <a:gd name="connsiteX6" fmla="*/ 0 w 12167616"/>
              <a:gd name="connsiteY6" fmla="*/ 0 h 3278531"/>
              <a:gd name="connsiteX0" fmla="*/ 0 w 12167616"/>
              <a:gd name="connsiteY0" fmla="*/ 0 h 3278531"/>
              <a:gd name="connsiteX1" fmla="*/ 12167616 w 12167616"/>
              <a:gd name="connsiteY1" fmla="*/ 0 h 3278531"/>
              <a:gd name="connsiteX2" fmla="*/ 12158091 w 12167616"/>
              <a:gd name="connsiteY2" fmla="*/ 2495552 h 3278531"/>
              <a:gd name="connsiteX3" fmla="*/ 7493508 w 12167616"/>
              <a:gd name="connsiteY3" fmla="*/ 2819402 h 3278531"/>
              <a:gd name="connsiteX4" fmla="*/ 3226308 w 12167616"/>
              <a:gd name="connsiteY4" fmla="*/ 3276602 h 3278531"/>
              <a:gd name="connsiteX5" fmla="*/ 0 w 12167616"/>
              <a:gd name="connsiteY5" fmla="*/ 3048002 h 3278531"/>
              <a:gd name="connsiteX6" fmla="*/ 0 w 12167616"/>
              <a:gd name="connsiteY6" fmla="*/ 0 h 327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7616" h="3278531">
                <a:moveTo>
                  <a:pt x="0" y="0"/>
                </a:moveTo>
                <a:lnTo>
                  <a:pt x="12167616" y="0"/>
                </a:lnTo>
                <a:lnTo>
                  <a:pt x="12158091" y="2495552"/>
                </a:lnTo>
                <a:cubicBezTo>
                  <a:pt x="11077448" y="2460627"/>
                  <a:pt x="8936101" y="2571752"/>
                  <a:pt x="7493508" y="2819402"/>
                </a:cubicBezTo>
                <a:cubicBezTo>
                  <a:pt x="5984240" y="3009902"/>
                  <a:pt x="5107051" y="3305177"/>
                  <a:pt x="3226308" y="3276602"/>
                </a:cubicBezTo>
                <a:cubicBezTo>
                  <a:pt x="1579372" y="3257552"/>
                  <a:pt x="1046861" y="3171827"/>
                  <a:pt x="0" y="3048002"/>
                </a:cubicBezTo>
                <a:lnTo>
                  <a:pt x="0" y="0"/>
                </a:lnTo>
                <a:close/>
              </a:path>
            </a:pathLst>
          </a:custGeom>
          <a:solidFill>
            <a:schemeClr val="accent5">
              <a:alpha val="60000"/>
            </a:schemeClr>
          </a:solidFill>
        </p:spPr>
        <p:txBody>
          <a:bodyPr lIns="1600200" tIns="731520" rIns="731520"/>
          <a:lstStyle>
            <a:lvl1pPr algn="l">
              <a:defRPr sz="4400" baseline="0">
                <a:effectLst>
                  <a:outerShdw blurRad="50800" dist="38100" dir="2700000" algn="tl" rotWithShape="0">
                    <a:prstClr val="black">
                      <a:alpha val="40000"/>
                    </a:prstClr>
                  </a:outerShdw>
                </a:effectLst>
                <a:latin typeface="Helvetica" panose="020B0604020202020204" pitchFamily="34" charset="0"/>
              </a:defRPr>
            </a:lvl1pPr>
          </a:lstStyle>
          <a:p>
            <a:r>
              <a:rPr lang="en-US" dirty="0">
                <a:solidFill>
                  <a:srgbClr val="FFFFFF"/>
                </a:solidFill>
                <a:effectLst>
                  <a:outerShdw blurRad="38100" dist="38100" dir="2700000" algn="tl">
                    <a:srgbClr val="000000">
                      <a:alpha val="43137"/>
                    </a:srgbClr>
                  </a:outerShdw>
                </a:effectLst>
              </a:rPr>
              <a:t>Click to edit Master title style</a:t>
            </a:r>
          </a:p>
        </p:txBody>
      </p:sp>
      <p:sp>
        <p:nvSpPr>
          <p:cNvPr id="36" name="Subtitle 2">
            <a:extLst>
              <a:ext uri="{FF2B5EF4-FFF2-40B4-BE49-F238E27FC236}">
                <a16:creationId xmlns:a16="http://schemas.microsoft.com/office/drawing/2014/main" id="{0BC153F2-4F90-4C1D-9840-7ED0BE6CC071}"/>
              </a:ext>
            </a:extLst>
          </p:cNvPr>
          <p:cNvSpPr>
            <a:spLocks noGrp="1"/>
          </p:cNvSpPr>
          <p:nvPr>
            <p:ph type="subTitle" idx="1" hasCustomPrompt="1"/>
          </p:nvPr>
        </p:nvSpPr>
        <p:spPr>
          <a:xfrm>
            <a:off x="1571625" y="2057400"/>
            <a:ext cx="9144000" cy="697889"/>
          </a:xfrm>
          <a:prstGeom prst="rect">
            <a:avLst/>
          </a:prstGeom>
        </p:spPr>
        <p:txBody>
          <a:bodyPr/>
          <a:lstStyle>
            <a:lvl1pPr marL="0" indent="0">
              <a:lnSpc>
                <a:spcPct val="100000"/>
              </a:lnSpc>
              <a:buNone/>
              <a:defRPr sz="3200">
                <a:effectLst>
                  <a:outerShdw blurRad="50800" dist="38100" dir="2700000" algn="tl" rotWithShape="0">
                    <a:prstClr val="black">
                      <a:alpha val="40000"/>
                    </a:prstClr>
                  </a:outerShdw>
                </a:effectLst>
                <a:latin typeface="Helvetica" panose="020B0604020202020204" pitchFamily="34" charset="0"/>
              </a:defRPr>
            </a:lvl1pPr>
          </a:lstStyle>
          <a:p>
            <a:pPr>
              <a:lnSpc>
                <a:spcPct val="110000"/>
              </a:lnSpc>
              <a:tabLst>
                <a:tab pos="4686300" algn="l"/>
              </a:tabLst>
            </a:pPr>
            <a:r>
              <a:rPr lang="en-US" sz="2200" dirty="0">
                <a:solidFill>
                  <a:srgbClr val="FFFFFF"/>
                </a:solidFill>
                <a:effectLst>
                  <a:outerShdw blurRad="38100" dist="38100" dir="2700000" algn="tl">
                    <a:srgbClr val="000000">
                      <a:alpha val="43137"/>
                    </a:srgbClr>
                  </a:outerShdw>
                </a:effectLst>
              </a:rPr>
              <a:t>Click to add subtitle</a:t>
            </a:r>
          </a:p>
        </p:txBody>
      </p:sp>
      <p:sp>
        <p:nvSpPr>
          <p:cNvPr id="40" name="Date Placeholder 3">
            <a:extLst>
              <a:ext uri="{FF2B5EF4-FFF2-40B4-BE49-F238E27FC236}">
                <a16:creationId xmlns:a16="http://schemas.microsoft.com/office/drawing/2014/main" id="{16DF808F-D351-410D-9F2D-398F16508341}"/>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tx1"/>
                </a:solidFill>
                <a:latin typeface="Helvetica" panose="020B0604020202020204" pitchFamily="34" charset="0"/>
              </a:defRPr>
            </a:lvl1pPr>
          </a:lstStyle>
          <a:p>
            <a:r>
              <a:rPr lang="en-US" dirty="0"/>
              <a:t>2/2/20XX</a:t>
            </a:r>
          </a:p>
        </p:txBody>
      </p:sp>
      <p:sp>
        <p:nvSpPr>
          <p:cNvPr id="41" name="Footer Placeholder 4">
            <a:extLst>
              <a:ext uri="{FF2B5EF4-FFF2-40B4-BE49-F238E27FC236}">
                <a16:creationId xmlns:a16="http://schemas.microsoft.com/office/drawing/2014/main" id="{5CBDF859-0E53-403F-BDF5-D2ACFDE0F0DC}"/>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r>
              <a:rPr lang="en-US" dirty="0"/>
              <a:t>PRESENTATION TITLE</a:t>
            </a:r>
          </a:p>
        </p:txBody>
      </p:sp>
      <p:sp>
        <p:nvSpPr>
          <p:cNvPr id="42" name="Slide Number Placeholder 5">
            <a:extLst>
              <a:ext uri="{FF2B5EF4-FFF2-40B4-BE49-F238E27FC236}">
                <a16:creationId xmlns:a16="http://schemas.microsoft.com/office/drawing/2014/main" id="{6C783243-E8EE-43A9-8751-47F28258C851}"/>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fld id="{11A71338-8BA2-4C79-A6C5-5A8E30081D0C}" type="slidenum">
              <a:rPr lang="en-US" smtClean="0"/>
              <a:pPr/>
              <a:t>‹#›</a:t>
            </a:fld>
            <a:endParaRPr lang="en-US" dirty="0"/>
          </a:p>
        </p:txBody>
      </p:sp>
    </p:spTree>
    <p:extLst>
      <p:ext uri="{BB962C8B-B14F-4D97-AF65-F5344CB8AC3E}">
        <p14:creationId xmlns:p14="http://schemas.microsoft.com/office/powerpoint/2010/main" val="1756474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F8AECF-5A92-463B-BA47-0FCC18460F23}"/>
              </a:ext>
              <a:ext uri="{C183D7F6-B498-43B3-948B-1728B52AA6E4}">
                <adec:decorative xmlns:adec="http://schemas.microsoft.com/office/drawing/2017/decorative" val="1"/>
              </a:ext>
            </a:extLst>
          </p:cNvPr>
          <p:cNvSpPr/>
          <p:nvPr userDrawn="1"/>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 name="Rectangle 2">
            <a:extLst>
              <a:ext uri="{FF2B5EF4-FFF2-40B4-BE49-F238E27FC236}">
                <a16:creationId xmlns:a16="http://schemas.microsoft.com/office/drawing/2014/main" id="{93EE04FB-7154-40A4-B450-6D374EEA1D49}"/>
              </a:ext>
              <a:ext uri="{C183D7F6-B498-43B3-948B-1728B52AA6E4}">
                <adec:decorative xmlns:adec="http://schemas.microsoft.com/office/drawing/2017/decorative" val="1"/>
              </a:ext>
            </a:extLst>
          </p:cNvPr>
          <p:cNvSpPr/>
          <p:nvPr userDrawn="1"/>
        </p:nvSpPr>
        <p:spPr>
          <a:xfrm>
            <a:off x="0" y="-2"/>
            <a:ext cx="122086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4" name="Right Triangle 3">
            <a:extLst>
              <a:ext uri="{FF2B5EF4-FFF2-40B4-BE49-F238E27FC236}">
                <a16:creationId xmlns:a16="http://schemas.microsoft.com/office/drawing/2014/main" id="{9CC78B40-9FD9-446A-B45F-300105F793C2}"/>
              </a:ext>
              <a:ext uri="{C183D7F6-B498-43B3-948B-1728B52AA6E4}">
                <adec:decorative xmlns:adec="http://schemas.microsoft.com/office/drawing/2017/decorative" val="1"/>
              </a:ext>
            </a:extLst>
          </p:cNvPr>
          <p:cNvSpPr/>
          <p:nvPr userDrawn="1"/>
        </p:nvSpPr>
        <p:spPr>
          <a:xfrm rot="13500000">
            <a:off x="-284145" y="5174205"/>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grpSp>
        <p:nvGrpSpPr>
          <p:cNvPr id="5" name="Group 4">
            <a:extLst>
              <a:ext uri="{FF2B5EF4-FFF2-40B4-BE49-F238E27FC236}">
                <a16:creationId xmlns:a16="http://schemas.microsoft.com/office/drawing/2014/main" id="{530379A0-5C8C-401F-999E-853BBE819ED7}"/>
              </a:ext>
              <a:ext uri="{C183D7F6-B498-43B3-948B-1728B52AA6E4}">
                <adec:decorative xmlns:adec="http://schemas.microsoft.com/office/drawing/2017/decorative" val="1"/>
              </a:ext>
            </a:extLst>
          </p:cNvPr>
          <p:cNvGrpSpPr/>
          <p:nvPr userDrawn="1"/>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6BAD8CB8-0B8F-4FFC-9B53-0A25A6D8C271}"/>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06EB755-19BC-4135-AC9E-216BD9EFBC78}"/>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ABBCDE1-ED90-46D4-A54F-8DF75E6355D9}"/>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17EE92D-999B-42DC-AE5F-C0EF864B3A76}"/>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D2D8FEC-E645-4653-AED1-8AC4726539B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24F2FD6-0640-4CC1-8BC0-943E18377221}"/>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3428DDD-12A7-460B-812A-8B399DB06E80}"/>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5338223-5FF2-41AC-983B-2579BF283589}"/>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05BC773-8A9D-4A41-AB44-232E27D97A01}"/>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8C44602-D29E-4377-8B26-1026454E539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256972-09FB-4BB3-9C4C-E3B88A018FBA}"/>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134E892-CE91-40D7-92B3-CDD7EC5FA953}"/>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7C3F8A2-919C-48E1-80E9-3CE46ED50A89}"/>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8EAB05-F7F8-4E3A-90CA-1F649D8F75C3}"/>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DEB4BDA-07F6-406A-9F3D-B698C40621E2}"/>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7F9A11A-092D-46B1-9A4A-1D4B6EA5ACB5}"/>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001BAA7-FA74-4D23-BA66-9B69F5C93BFA}"/>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9A5E888-F108-4A4B-8F5C-BDDA111A2C24}"/>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6BEBDE4-B729-4E11-BF86-C230F3E43ED3}"/>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89A8680-5A41-4BF5-8D16-9527D5255B52}"/>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CECFD79-4E24-4938-B106-D35D6B7557A4}"/>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CA81B51-2EF6-40AB-90F9-7BCBEBEAA09C}"/>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BAA676-23D8-4C3F-852F-187DC2B66BF0}"/>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A6E4405-CD90-4F7F-85B0-08CF800D99CB}"/>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DD2B8C8-4CC0-425C-9E23-15300BEF5BEA}"/>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84B1743-F5A2-44CC-A085-7DF4AD9F9FDC}"/>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31D2A5C-768C-44BE-BCC2-DE75C8D36665}"/>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4196A7A-2609-45EB-A922-866317428BAD}"/>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53E6B24-2886-472E-9BCF-702135CB99E5}"/>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5" name="Flowchart: Document 8">
            <a:extLst>
              <a:ext uri="{FF2B5EF4-FFF2-40B4-BE49-F238E27FC236}">
                <a16:creationId xmlns:a16="http://schemas.microsoft.com/office/drawing/2014/main" id="{8950255A-61D7-40B8-81A8-E5551BC999C0}"/>
              </a:ext>
              <a:ext uri="{C183D7F6-B498-43B3-948B-1728B52AA6E4}">
                <adec:decorative xmlns:adec="http://schemas.microsoft.com/office/drawing/2017/decorative" val="1"/>
              </a:ext>
            </a:extLst>
          </p:cNvPr>
          <p:cNvSpPr/>
          <p:nvPr userDrawn="1"/>
        </p:nvSpPr>
        <p:spPr>
          <a:xfrm>
            <a:off x="-6214" y="-31894"/>
            <a:ext cx="12214827" cy="476061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6" name="Title 1">
            <a:extLst>
              <a:ext uri="{FF2B5EF4-FFF2-40B4-BE49-F238E27FC236}">
                <a16:creationId xmlns:a16="http://schemas.microsoft.com/office/drawing/2014/main" id="{38904292-78D1-42CD-8EC5-4992803B9A1E}"/>
              </a:ext>
            </a:extLst>
          </p:cNvPr>
          <p:cNvSpPr>
            <a:spLocks noGrp="1"/>
          </p:cNvSpPr>
          <p:nvPr>
            <p:ph type="title"/>
          </p:nvPr>
        </p:nvSpPr>
        <p:spPr>
          <a:xfrm>
            <a:off x="457200" y="4657856"/>
            <a:ext cx="10744186" cy="1589223"/>
          </a:xfrm>
          <a:prstGeom prst="rect">
            <a:avLst/>
          </a:prstGeom>
        </p:spPr>
        <p:txBody>
          <a:bodyPr anchor="ctr">
            <a:normAutofit/>
          </a:bodyPr>
          <a:lstStyle>
            <a:lvl1pPr>
              <a:defRPr sz="4400">
                <a:latin typeface="Helvetica" panose="020B0604020202020204" pitchFamily="34" charset="0"/>
                <a:cs typeface="Helvetica" panose="020B0604020202020204" pitchFamily="34" charset="0"/>
              </a:defRPr>
            </a:lvl1pPr>
          </a:lstStyle>
          <a:p>
            <a:pPr>
              <a:lnSpc>
                <a:spcPct val="110000"/>
              </a:lnSpc>
            </a:pPr>
            <a:r>
              <a:rPr lang="en-US" dirty="0">
                <a:solidFill>
                  <a:srgbClr val="FFFFFF"/>
                </a:solidFill>
                <a:cs typeface="Posterama" panose="020B0504020200020000" pitchFamily="34" charset="0"/>
              </a:rPr>
              <a:t>Click to edit Master title style</a:t>
            </a:r>
          </a:p>
        </p:txBody>
      </p:sp>
      <p:sp>
        <p:nvSpPr>
          <p:cNvPr id="40" name="Date Placeholder 3">
            <a:extLst>
              <a:ext uri="{FF2B5EF4-FFF2-40B4-BE49-F238E27FC236}">
                <a16:creationId xmlns:a16="http://schemas.microsoft.com/office/drawing/2014/main" id="{0B283B3A-087C-457E-A2AA-C7F855A8F10F}"/>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bg1"/>
                </a:solidFill>
                <a:latin typeface="Helvetica" panose="020B0604020202020204" pitchFamily="34" charset="0"/>
              </a:defRPr>
            </a:lvl1pPr>
          </a:lstStyle>
          <a:p>
            <a:r>
              <a:rPr lang="en-US" dirty="0"/>
              <a:t>2/2/20XX</a:t>
            </a:r>
          </a:p>
        </p:txBody>
      </p:sp>
      <p:sp>
        <p:nvSpPr>
          <p:cNvPr id="41" name="Footer Placeholder 4">
            <a:extLst>
              <a:ext uri="{FF2B5EF4-FFF2-40B4-BE49-F238E27FC236}">
                <a16:creationId xmlns:a16="http://schemas.microsoft.com/office/drawing/2014/main" id="{B407BCF8-1966-4465-AC77-708642E4FEDC}"/>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bg1"/>
                </a:solidFill>
                <a:latin typeface="Helvetica" panose="020B0604020202020204" pitchFamily="34" charset="0"/>
              </a:defRPr>
            </a:lvl1pPr>
          </a:lstStyle>
          <a:p>
            <a:r>
              <a:rPr lang="en-US" dirty="0"/>
              <a:t>PRESENTATION TITLE</a:t>
            </a:r>
          </a:p>
        </p:txBody>
      </p:sp>
      <p:sp>
        <p:nvSpPr>
          <p:cNvPr id="42" name="Slide Number Placeholder 5">
            <a:extLst>
              <a:ext uri="{FF2B5EF4-FFF2-40B4-BE49-F238E27FC236}">
                <a16:creationId xmlns:a16="http://schemas.microsoft.com/office/drawing/2014/main" id="{771AF851-D6F8-47DF-80DA-62CC552687E0}"/>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bg1"/>
                </a:solidFill>
                <a:latin typeface="Helvetica" panose="020B0604020202020204" pitchFamily="34" charset="0"/>
              </a:defRPr>
            </a:lvl1pPr>
          </a:lstStyle>
          <a:p>
            <a:fld id="{11A71338-8BA2-4C79-A6C5-5A8E30081D0C}" type="slidenum">
              <a:rPr lang="en-US" smtClean="0"/>
              <a:pPr/>
              <a:t>‹#›</a:t>
            </a:fld>
            <a:endParaRPr lang="en-US" dirty="0"/>
          </a:p>
        </p:txBody>
      </p:sp>
      <p:sp>
        <p:nvSpPr>
          <p:cNvPr id="44" name="Content Placeholder 37">
            <a:extLst>
              <a:ext uri="{FF2B5EF4-FFF2-40B4-BE49-F238E27FC236}">
                <a16:creationId xmlns:a16="http://schemas.microsoft.com/office/drawing/2014/main" id="{8814F959-09CC-4946-86C4-CFAD4C2BF452}"/>
              </a:ext>
            </a:extLst>
          </p:cNvPr>
          <p:cNvSpPr>
            <a:spLocks noGrp="1"/>
          </p:cNvSpPr>
          <p:nvPr>
            <p:ph sz="quarter" idx="13" hasCustomPrompt="1"/>
          </p:nvPr>
        </p:nvSpPr>
        <p:spPr>
          <a:xfrm>
            <a:off x="401840" y="170451"/>
            <a:ext cx="11407483" cy="4184701"/>
          </a:xfrm>
          <a:prstGeom prst="rect">
            <a:avLst/>
          </a:prstGeom>
        </p:spPr>
        <p:txBody>
          <a:bodyPr/>
          <a:lstStyle>
            <a:lvl1pPr marL="0" indent="0">
              <a:buNone/>
              <a:defRPr sz="2000">
                <a:solidFill>
                  <a:schemeClr val="tx1"/>
                </a:solidFill>
                <a:latin typeface="Helvetica" panose="020B0604020202020204" pitchFamily="34" charset="0"/>
              </a:defRPr>
            </a:lvl1pPr>
            <a:lvl2pPr marL="0" indent="0">
              <a:buNone/>
              <a:defRPr sz="1800">
                <a:solidFill>
                  <a:schemeClr val="tx1"/>
                </a:solidFill>
              </a:defRPr>
            </a:lvl2pPr>
            <a:lvl3pPr marL="0" indent="0">
              <a:buNone/>
              <a:defRPr sz="1600">
                <a:solidFill>
                  <a:schemeClr val="tx1"/>
                </a:solidFill>
              </a:defRPr>
            </a:lvl3pPr>
            <a:lvl4pPr marL="0" indent="0">
              <a:buNone/>
              <a:defRPr sz="1400">
                <a:solidFill>
                  <a:schemeClr val="tx1"/>
                </a:solidFill>
              </a:defRPr>
            </a:lvl4pPr>
            <a:lvl5pPr marL="0" indent="0">
              <a:buNone/>
              <a:defRPr sz="1400">
                <a:solidFill>
                  <a:schemeClr val="tx1"/>
                </a:solidFill>
              </a:defRPr>
            </a:lvl5pPr>
          </a:lstStyle>
          <a:p>
            <a:pPr lvl="0"/>
            <a:r>
              <a:rPr lang="en-US" dirty="0"/>
              <a:t>Click to add content</a:t>
            </a:r>
          </a:p>
        </p:txBody>
      </p:sp>
    </p:spTree>
    <p:extLst>
      <p:ext uri="{BB962C8B-B14F-4D97-AF65-F5344CB8AC3E}">
        <p14:creationId xmlns:p14="http://schemas.microsoft.com/office/powerpoint/2010/main" val="2713129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E436F9-C1F1-473C-97B1-34B3AC1620B8}"/>
              </a:ext>
              <a:ext uri="{C183D7F6-B498-43B3-948B-1728B52AA6E4}">
                <adec:decorative xmlns:adec="http://schemas.microsoft.com/office/drawing/2017/decorative" val="1"/>
              </a:ext>
            </a:extLst>
          </p:cNvPr>
          <p:cNvSpPr/>
          <p:nvPr userDrawn="1"/>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 name="Rectangle 2">
            <a:extLst>
              <a:ext uri="{FF2B5EF4-FFF2-40B4-BE49-F238E27FC236}">
                <a16:creationId xmlns:a16="http://schemas.microsoft.com/office/drawing/2014/main" id="{664B0B3C-4A91-4D0C-941E-B7D2E36CF7E6}"/>
              </a:ext>
              <a:ext uri="{C183D7F6-B498-43B3-948B-1728B52AA6E4}">
                <adec:decorative xmlns:adec="http://schemas.microsoft.com/office/drawing/2017/decorative" val="1"/>
              </a:ext>
            </a:extLst>
          </p:cNvPr>
          <p:cNvSpPr/>
          <p:nvPr userDrawn="1"/>
        </p:nvSpPr>
        <p:spPr>
          <a:xfrm>
            <a:off x="0" y="-2"/>
            <a:ext cx="122086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4" name="Right Triangle 3">
            <a:extLst>
              <a:ext uri="{FF2B5EF4-FFF2-40B4-BE49-F238E27FC236}">
                <a16:creationId xmlns:a16="http://schemas.microsoft.com/office/drawing/2014/main" id="{2D7F6BD6-AD9B-40A8-8631-93927B6028B3}"/>
              </a:ext>
              <a:ext uri="{C183D7F6-B498-43B3-948B-1728B52AA6E4}">
                <adec:decorative xmlns:adec="http://schemas.microsoft.com/office/drawing/2017/decorative" val="1"/>
              </a:ext>
            </a:extLst>
          </p:cNvPr>
          <p:cNvSpPr/>
          <p:nvPr userDrawn="1"/>
        </p:nvSpPr>
        <p:spPr>
          <a:xfrm rot="13500000">
            <a:off x="-284145" y="5174205"/>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grpSp>
        <p:nvGrpSpPr>
          <p:cNvPr id="5" name="Group 4">
            <a:extLst>
              <a:ext uri="{FF2B5EF4-FFF2-40B4-BE49-F238E27FC236}">
                <a16:creationId xmlns:a16="http://schemas.microsoft.com/office/drawing/2014/main" id="{00A7304B-809F-421E-B3C1-960A6CD5531D}"/>
              </a:ext>
              <a:ext uri="{C183D7F6-B498-43B3-948B-1728B52AA6E4}">
                <adec:decorative xmlns:adec="http://schemas.microsoft.com/office/drawing/2017/decorative" val="1"/>
              </a:ext>
            </a:extLst>
          </p:cNvPr>
          <p:cNvGrpSpPr/>
          <p:nvPr userDrawn="1"/>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6B2996F3-5E6E-44E8-812C-3507DE7B1C99}"/>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4278526-38B9-4357-9197-CA50C0AD61B8}"/>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D9F9BB-B9FA-4C50-BFBB-D17E9056F58C}"/>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822CEB-3134-49B9-AFFD-A782DD039296}"/>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BEE4FB-5349-44A2-BF40-A3B7B73BA972}"/>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31C31F7-1E4D-46A1-B5FB-E698DADC0452}"/>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0C0BDD2-1C23-401C-9222-0C95315EBB63}"/>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A9CD7F7-EA2C-42C8-8CC9-F00EAE2677EC}"/>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F32B0FC-6530-45AD-BEB6-555372040D3D}"/>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3D07DD7-FE85-4B41-B16D-31FE43882C4B}"/>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C89228-000D-43FE-8B10-66E806533A02}"/>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D10C63A-108E-43ED-8D81-8A03C83E429F}"/>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08E7A2C-AED6-4879-BC5F-A92EE79E9BBC}"/>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60896CE-034C-46F1-A79F-CDF3BFC4FC92}"/>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B47AEE-EBDC-416F-856E-9BD8657BA3CF}"/>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759ED6A-B0A2-494E-A160-5ACC24C3F014}"/>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B58699F-DEDD-430C-80FE-60AED89077F6}"/>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300C0B9-9E3B-4677-BC2F-53EB2F7D905D}"/>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CB0EFA1-ABB5-4BC7-A392-6EBA8D31BFBA}"/>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68DB692-F9E4-4EB2-A1EE-8F81B0340C73}"/>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934086F-B52E-4B48-ADE6-F7E603586B85}"/>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27A5AD2-7594-4954-BD07-0660E642AC8F}"/>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B8D42CD-8746-4FCF-8B6C-1E57CB5BCA29}"/>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426B80E-5E13-40C5-9542-EAE4671DA1E1}"/>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D79A255-4580-4AA0-8302-575A116C5846}"/>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48C53C4-B810-442C-BC9B-27DEEDF09B67}"/>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9B1EE73-8CEF-455A-BD1F-79666415F29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826C8AE-E477-473D-A499-777965967D33}"/>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25D3F-2A76-4087-BD89-01CDBEED020E}"/>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5" name="Flowchart: Document 8">
            <a:extLst>
              <a:ext uri="{FF2B5EF4-FFF2-40B4-BE49-F238E27FC236}">
                <a16:creationId xmlns:a16="http://schemas.microsoft.com/office/drawing/2014/main" id="{2AAB6B79-0E9F-4797-8DFA-9A437017F140}"/>
              </a:ext>
              <a:ext uri="{C183D7F6-B498-43B3-948B-1728B52AA6E4}">
                <adec:decorative xmlns:adec="http://schemas.microsoft.com/office/drawing/2017/decorative" val="1"/>
              </a:ext>
            </a:extLst>
          </p:cNvPr>
          <p:cNvSpPr/>
          <p:nvPr userDrawn="1"/>
        </p:nvSpPr>
        <p:spPr>
          <a:xfrm>
            <a:off x="-6214" y="-31894"/>
            <a:ext cx="12214827" cy="476061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36" name="Title 1">
            <a:extLst>
              <a:ext uri="{FF2B5EF4-FFF2-40B4-BE49-F238E27FC236}">
                <a16:creationId xmlns:a16="http://schemas.microsoft.com/office/drawing/2014/main" id="{98F8DC0C-B421-4039-8482-5135B165999D}"/>
              </a:ext>
            </a:extLst>
          </p:cNvPr>
          <p:cNvSpPr>
            <a:spLocks noGrp="1"/>
          </p:cNvSpPr>
          <p:nvPr>
            <p:ph type="title"/>
          </p:nvPr>
        </p:nvSpPr>
        <p:spPr>
          <a:xfrm>
            <a:off x="457200" y="4657856"/>
            <a:ext cx="10744186" cy="1589223"/>
          </a:xfrm>
          <a:prstGeom prst="rect">
            <a:avLst/>
          </a:prstGeom>
        </p:spPr>
        <p:txBody>
          <a:bodyPr anchor="ctr">
            <a:normAutofit/>
          </a:bodyPr>
          <a:lstStyle>
            <a:lvl1pPr>
              <a:defRPr sz="4400">
                <a:latin typeface="Helvetica" panose="020B0604020202020204" pitchFamily="34" charset="0"/>
                <a:cs typeface="Helvetica" panose="020B0604020202020204" pitchFamily="34" charset="0"/>
              </a:defRPr>
            </a:lvl1pPr>
          </a:lstStyle>
          <a:p>
            <a:pPr>
              <a:lnSpc>
                <a:spcPct val="110000"/>
              </a:lnSpc>
            </a:pPr>
            <a:r>
              <a:rPr lang="en-US" dirty="0">
                <a:solidFill>
                  <a:srgbClr val="FFFFFF"/>
                </a:solidFill>
                <a:cs typeface="Posterama" panose="020B0504020200020000" pitchFamily="34" charset="0"/>
              </a:rPr>
              <a:t>Click to edit Master title style</a:t>
            </a:r>
          </a:p>
        </p:txBody>
      </p:sp>
      <p:sp>
        <p:nvSpPr>
          <p:cNvPr id="37" name="Date Placeholder 3">
            <a:extLst>
              <a:ext uri="{FF2B5EF4-FFF2-40B4-BE49-F238E27FC236}">
                <a16:creationId xmlns:a16="http://schemas.microsoft.com/office/drawing/2014/main" id="{00C6B4A2-DB23-481A-87BC-CFF3992EA686}"/>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bg1"/>
                </a:solidFill>
                <a:latin typeface="Helvetica" panose="020B0604020202020204" pitchFamily="34" charset="0"/>
              </a:defRPr>
            </a:lvl1pPr>
          </a:lstStyle>
          <a:p>
            <a:r>
              <a:rPr lang="en-US" dirty="0"/>
              <a:t>2/2/20XX</a:t>
            </a:r>
          </a:p>
        </p:txBody>
      </p:sp>
      <p:sp>
        <p:nvSpPr>
          <p:cNvPr id="38" name="Footer Placeholder 4">
            <a:extLst>
              <a:ext uri="{FF2B5EF4-FFF2-40B4-BE49-F238E27FC236}">
                <a16:creationId xmlns:a16="http://schemas.microsoft.com/office/drawing/2014/main" id="{209EAA56-735E-4FAE-88DA-398D6B3EEFC6}"/>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bg1"/>
                </a:solidFill>
                <a:latin typeface="Helvetica" panose="020B0604020202020204" pitchFamily="34" charset="0"/>
              </a:defRPr>
            </a:lvl1pPr>
          </a:lstStyle>
          <a:p>
            <a:r>
              <a:rPr lang="en-US" dirty="0"/>
              <a:t>PRESENTATION TITLE</a:t>
            </a:r>
          </a:p>
        </p:txBody>
      </p:sp>
      <p:sp>
        <p:nvSpPr>
          <p:cNvPr id="39" name="Slide Number Placeholder 5">
            <a:extLst>
              <a:ext uri="{FF2B5EF4-FFF2-40B4-BE49-F238E27FC236}">
                <a16:creationId xmlns:a16="http://schemas.microsoft.com/office/drawing/2014/main" id="{AF69C6C1-6449-4CEB-BD22-FA54483121CD}"/>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bg1"/>
                </a:solidFill>
                <a:latin typeface="Helvetica" panose="020B0604020202020204" pitchFamily="34" charset="0"/>
              </a:defRPr>
            </a:lvl1pPr>
          </a:lstStyle>
          <a:p>
            <a:fld id="{11A71338-8BA2-4C79-A6C5-5A8E30081D0C}" type="slidenum">
              <a:rPr lang="en-US" smtClean="0"/>
              <a:pPr/>
              <a:t>‹#›</a:t>
            </a:fld>
            <a:endParaRPr lang="en-US" dirty="0"/>
          </a:p>
        </p:txBody>
      </p:sp>
      <p:sp>
        <p:nvSpPr>
          <p:cNvPr id="41" name="Content Placeholder 37">
            <a:extLst>
              <a:ext uri="{FF2B5EF4-FFF2-40B4-BE49-F238E27FC236}">
                <a16:creationId xmlns:a16="http://schemas.microsoft.com/office/drawing/2014/main" id="{E3F944C7-0E33-4C9B-9544-26D03DD5ECE8}"/>
              </a:ext>
            </a:extLst>
          </p:cNvPr>
          <p:cNvSpPr>
            <a:spLocks noGrp="1"/>
          </p:cNvSpPr>
          <p:nvPr>
            <p:ph sz="quarter" idx="13" hasCustomPrompt="1"/>
          </p:nvPr>
        </p:nvSpPr>
        <p:spPr>
          <a:xfrm>
            <a:off x="516303" y="243154"/>
            <a:ext cx="11156556" cy="3776486"/>
          </a:xfrm>
          <a:prstGeom prst="rect">
            <a:avLst/>
          </a:prstGeom>
        </p:spPr>
        <p:txBody>
          <a:bodyPr/>
          <a:lstStyle>
            <a:lvl1pPr marL="0" indent="0">
              <a:buNone/>
              <a:defRPr sz="2000">
                <a:solidFill>
                  <a:schemeClr val="tx1"/>
                </a:solidFill>
                <a:latin typeface="Helvetica" panose="020B0604020202020204" pitchFamily="34" charset="0"/>
              </a:defRPr>
            </a:lvl1pPr>
            <a:lvl2pPr marL="0" indent="0">
              <a:buNone/>
              <a:defRPr sz="1800">
                <a:solidFill>
                  <a:schemeClr val="tx1"/>
                </a:solidFill>
              </a:defRPr>
            </a:lvl2pPr>
            <a:lvl3pPr marL="0" indent="0">
              <a:buNone/>
              <a:defRPr sz="1600">
                <a:solidFill>
                  <a:schemeClr val="tx1"/>
                </a:solidFill>
              </a:defRPr>
            </a:lvl3pPr>
            <a:lvl4pPr marL="0" indent="0">
              <a:buNone/>
              <a:defRPr sz="1400">
                <a:solidFill>
                  <a:schemeClr val="tx1"/>
                </a:solidFill>
              </a:defRPr>
            </a:lvl4pPr>
            <a:lvl5pPr marL="0" indent="0">
              <a:buNone/>
              <a:defRPr sz="1400">
                <a:solidFill>
                  <a:schemeClr val="tx1"/>
                </a:solidFill>
              </a:defRPr>
            </a:lvl5pPr>
          </a:lstStyle>
          <a:p>
            <a:pPr lvl="0"/>
            <a:r>
              <a:rPr lang="en-US" dirty="0"/>
              <a:t>Click to add content</a:t>
            </a:r>
          </a:p>
        </p:txBody>
      </p:sp>
    </p:spTree>
    <p:extLst>
      <p:ext uri="{BB962C8B-B14F-4D97-AF65-F5344CB8AC3E}">
        <p14:creationId xmlns:p14="http://schemas.microsoft.com/office/powerpoint/2010/main" val="423394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6F70B09C-1A53-4C73-9FD8-708C7D95829B}"/>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grpSp>
        <p:nvGrpSpPr>
          <p:cNvPr id="90" name="Group 89">
            <a:extLst>
              <a:ext uri="{FF2B5EF4-FFF2-40B4-BE49-F238E27FC236}">
                <a16:creationId xmlns:a16="http://schemas.microsoft.com/office/drawing/2014/main" id="{D14DE831-4B4E-4AF3-B187-9206DACDB7CA}"/>
              </a:ext>
              <a:ext uri="{C183D7F6-B498-43B3-948B-1728B52AA6E4}">
                <adec:decorative xmlns:adec="http://schemas.microsoft.com/office/drawing/2017/decorative" val="1"/>
              </a:ext>
            </a:extLst>
          </p:cNvPr>
          <p:cNvGrpSpPr/>
          <p:nvPr userDrawn="1"/>
        </p:nvGrpSpPr>
        <p:grpSpPr>
          <a:xfrm>
            <a:off x="17514" y="-1"/>
            <a:ext cx="12214827" cy="6858000"/>
            <a:chOff x="-6214" y="-1"/>
            <a:chExt cx="12214827" cy="6858000"/>
          </a:xfrm>
        </p:grpSpPr>
        <p:cxnSp>
          <p:nvCxnSpPr>
            <p:cNvPr id="91" name="Straight Connector 90">
              <a:extLst>
                <a:ext uri="{FF2B5EF4-FFF2-40B4-BE49-F238E27FC236}">
                  <a16:creationId xmlns:a16="http://schemas.microsoft.com/office/drawing/2014/main" id="{D771390A-8381-4353-8D62-C0DD79BC28F6}"/>
                </a:ext>
              </a:extLst>
            </p:cNvPr>
            <p:cNvCxnSpPr>
              <a:cxnSpLocks/>
            </p:cNvCxnSpPr>
            <p:nvPr/>
          </p:nvCxnSpPr>
          <p:spPr>
            <a:xfrm>
              <a:off x="-6214" y="6686283"/>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32E81AB-5D89-4A83-948B-6072C2DEE62E}"/>
                </a:ext>
              </a:extLst>
            </p:cNvPr>
            <p:cNvCxnSpPr>
              <a:cxnSpLocks/>
            </p:cNvCxnSpPr>
            <p:nvPr/>
          </p:nvCxnSpPr>
          <p:spPr>
            <a:xfrm>
              <a:off x="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FCC4A04-2321-4CD3-92B2-027B2CBD29BA}"/>
                </a:ext>
              </a:extLst>
            </p:cNvPr>
            <p:cNvCxnSpPr>
              <a:cxnSpLocks/>
            </p:cNvCxnSpPr>
            <p:nvPr/>
          </p:nvCxnSpPr>
          <p:spPr>
            <a:xfrm>
              <a:off x="1199325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A7BC130-410F-4CC7-B9FD-E7C4C01F0C0A}"/>
                </a:ext>
              </a:extLst>
            </p:cNvPr>
            <p:cNvCxnSpPr>
              <a:cxnSpLocks/>
            </p:cNvCxnSpPr>
            <p:nvPr/>
          </p:nvCxnSpPr>
          <p:spPr>
            <a:xfrm>
              <a:off x="19252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E0CFD6B-8DE1-46B9-8FE3-AB225A6719F3}"/>
                </a:ext>
              </a:extLst>
            </p:cNvPr>
            <p:cNvCxnSpPr>
              <a:cxnSpLocks/>
            </p:cNvCxnSpPr>
            <p:nvPr/>
          </p:nvCxnSpPr>
          <p:spPr>
            <a:xfrm>
              <a:off x="119196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0DD451B-8273-4E41-830F-75FD094A2C59}"/>
                </a:ext>
              </a:extLst>
            </p:cNvPr>
            <p:cNvCxnSpPr>
              <a:cxnSpLocks/>
            </p:cNvCxnSpPr>
            <p:nvPr/>
          </p:nvCxnSpPr>
          <p:spPr>
            <a:xfrm>
              <a:off x="219140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2381626-BACB-4F9A-B456-31C696CBF2DA}"/>
                </a:ext>
              </a:extLst>
            </p:cNvPr>
            <p:cNvCxnSpPr>
              <a:cxnSpLocks/>
            </p:cNvCxnSpPr>
            <p:nvPr/>
          </p:nvCxnSpPr>
          <p:spPr>
            <a:xfrm>
              <a:off x="319084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6BD6855-6DB8-463B-9145-BA9CF824252B}"/>
                </a:ext>
              </a:extLst>
            </p:cNvPr>
            <p:cNvCxnSpPr>
              <a:cxnSpLocks/>
            </p:cNvCxnSpPr>
            <p:nvPr/>
          </p:nvCxnSpPr>
          <p:spPr>
            <a:xfrm>
              <a:off x="419028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71628876-83EE-4DC7-8869-F56C4D143E48}"/>
                </a:ext>
              </a:extLst>
            </p:cNvPr>
            <p:cNvCxnSpPr>
              <a:cxnSpLocks/>
            </p:cNvCxnSpPr>
            <p:nvPr/>
          </p:nvCxnSpPr>
          <p:spPr>
            <a:xfrm>
              <a:off x="518971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5031072-625B-4FC2-A7AF-A25668B28834}"/>
                </a:ext>
              </a:extLst>
            </p:cNvPr>
            <p:cNvCxnSpPr>
              <a:cxnSpLocks/>
            </p:cNvCxnSpPr>
            <p:nvPr/>
          </p:nvCxnSpPr>
          <p:spPr>
            <a:xfrm>
              <a:off x="618915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929441C-AEB2-42CA-8577-3203F43FEB0E}"/>
                </a:ext>
              </a:extLst>
            </p:cNvPr>
            <p:cNvCxnSpPr>
              <a:cxnSpLocks/>
            </p:cNvCxnSpPr>
            <p:nvPr/>
          </p:nvCxnSpPr>
          <p:spPr>
            <a:xfrm>
              <a:off x="718859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9CA70B7-031F-4092-B4FA-4A90532B5036}"/>
                </a:ext>
              </a:extLst>
            </p:cNvPr>
            <p:cNvCxnSpPr>
              <a:cxnSpLocks/>
            </p:cNvCxnSpPr>
            <p:nvPr/>
          </p:nvCxnSpPr>
          <p:spPr>
            <a:xfrm>
              <a:off x="818803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9E85C53C-39CA-4C00-B01E-8C5674BAF03D}"/>
                </a:ext>
              </a:extLst>
            </p:cNvPr>
            <p:cNvCxnSpPr>
              <a:cxnSpLocks/>
            </p:cNvCxnSpPr>
            <p:nvPr/>
          </p:nvCxnSpPr>
          <p:spPr>
            <a:xfrm>
              <a:off x="918747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28812B8-C920-4FEC-AB94-4B5D8B478A67}"/>
                </a:ext>
              </a:extLst>
            </p:cNvPr>
            <p:cNvCxnSpPr>
              <a:cxnSpLocks/>
            </p:cNvCxnSpPr>
            <p:nvPr/>
          </p:nvCxnSpPr>
          <p:spPr>
            <a:xfrm>
              <a:off x="1018690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8A158BC-BDC0-4D6B-8006-BBDF7041EDDB}"/>
                </a:ext>
              </a:extLst>
            </p:cNvPr>
            <p:cNvCxnSpPr>
              <a:cxnSpLocks/>
            </p:cNvCxnSpPr>
            <p:nvPr/>
          </p:nvCxnSpPr>
          <p:spPr>
            <a:xfrm>
              <a:off x="1118634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EB0F122-2776-4058-B989-F3BAFDA95F55}"/>
                </a:ext>
              </a:extLst>
            </p:cNvPr>
            <p:cNvCxnSpPr>
              <a:cxnSpLocks/>
            </p:cNvCxnSpPr>
            <p:nvPr/>
          </p:nvCxnSpPr>
          <p:spPr>
            <a:xfrm>
              <a:off x="1218578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F9018F4-E93E-4825-B7D6-94648C22CEED}"/>
                </a:ext>
              </a:extLst>
            </p:cNvPr>
            <p:cNvCxnSpPr>
              <a:cxnSpLocks/>
            </p:cNvCxnSpPr>
            <p:nvPr/>
          </p:nvCxnSpPr>
          <p:spPr>
            <a:xfrm>
              <a:off x="0" y="1717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4F7E653-1B6A-4AEE-998A-D7B535D02D47}"/>
                </a:ext>
              </a:extLst>
            </p:cNvPr>
            <p:cNvCxnSpPr>
              <a:cxnSpLocks/>
            </p:cNvCxnSpPr>
            <p:nvPr/>
          </p:nvCxnSpPr>
          <p:spPr>
            <a:xfrm>
              <a:off x="0" y="72890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5A1439AF-AC90-41E1-885A-7E869844D4C7}"/>
                </a:ext>
              </a:extLst>
            </p:cNvPr>
            <p:cNvCxnSpPr>
              <a:cxnSpLocks/>
            </p:cNvCxnSpPr>
            <p:nvPr/>
          </p:nvCxnSpPr>
          <p:spPr>
            <a:xfrm>
              <a:off x="0" y="128609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E0A50FF0-A246-4674-BCF4-476255BEC15B}"/>
                </a:ext>
              </a:extLst>
            </p:cNvPr>
            <p:cNvCxnSpPr>
              <a:cxnSpLocks/>
            </p:cNvCxnSpPr>
            <p:nvPr/>
          </p:nvCxnSpPr>
          <p:spPr>
            <a:xfrm>
              <a:off x="0" y="184328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1885235-40A5-43E7-B9FA-DD4B5D22E218}"/>
                </a:ext>
              </a:extLst>
            </p:cNvPr>
            <p:cNvCxnSpPr>
              <a:cxnSpLocks/>
            </p:cNvCxnSpPr>
            <p:nvPr/>
          </p:nvCxnSpPr>
          <p:spPr>
            <a:xfrm>
              <a:off x="0" y="240047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C816EA7-5943-42BE-858C-AF2089001AD7}"/>
                </a:ext>
              </a:extLst>
            </p:cNvPr>
            <p:cNvCxnSpPr>
              <a:cxnSpLocks/>
            </p:cNvCxnSpPr>
            <p:nvPr/>
          </p:nvCxnSpPr>
          <p:spPr>
            <a:xfrm>
              <a:off x="0" y="295766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709DD2EF-AD5F-4463-BAFC-E7F6F3402C8E}"/>
                </a:ext>
              </a:extLst>
            </p:cNvPr>
            <p:cNvCxnSpPr>
              <a:cxnSpLocks/>
            </p:cNvCxnSpPr>
            <p:nvPr/>
          </p:nvCxnSpPr>
          <p:spPr>
            <a:xfrm>
              <a:off x="0" y="351485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FB6B983-6B14-43E0-9CE4-22E97309D8F4}"/>
                </a:ext>
              </a:extLst>
            </p:cNvPr>
            <p:cNvCxnSpPr>
              <a:cxnSpLocks/>
            </p:cNvCxnSpPr>
            <p:nvPr/>
          </p:nvCxnSpPr>
          <p:spPr>
            <a:xfrm>
              <a:off x="0" y="407204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AAB25A3-8A3B-4279-AACD-37DD3FCAAFD5}"/>
                </a:ext>
              </a:extLst>
            </p:cNvPr>
            <p:cNvCxnSpPr>
              <a:cxnSpLocks/>
            </p:cNvCxnSpPr>
            <p:nvPr/>
          </p:nvCxnSpPr>
          <p:spPr>
            <a:xfrm>
              <a:off x="0" y="462923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3B2619E-3696-48DC-80B3-6E827F432FEA}"/>
                </a:ext>
              </a:extLst>
            </p:cNvPr>
            <p:cNvCxnSpPr>
              <a:cxnSpLocks/>
            </p:cNvCxnSpPr>
            <p:nvPr/>
          </p:nvCxnSpPr>
          <p:spPr>
            <a:xfrm>
              <a:off x="0" y="518642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9B75BCC-DBCB-4C72-A90A-E950FDF7DBDF}"/>
                </a:ext>
              </a:extLst>
            </p:cNvPr>
            <p:cNvCxnSpPr>
              <a:cxnSpLocks/>
            </p:cNvCxnSpPr>
            <p:nvPr/>
          </p:nvCxnSpPr>
          <p:spPr>
            <a:xfrm>
              <a:off x="0" y="57436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8070D7F8-AC6B-4E63-9681-742BE98272AA}"/>
                </a:ext>
              </a:extLst>
            </p:cNvPr>
            <p:cNvCxnSpPr>
              <a:cxnSpLocks/>
            </p:cNvCxnSpPr>
            <p:nvPr/>
          </p:nvCxnSpPr>
          <p:spPr>
            <a:xfrm>
              <a:off x="0" y="6857999"/>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E11D8428-90D3-4548-AA28-A6F9C1B92183}"/>
                </a:ext>
              </a:extLst>
            </p:cNvPr>
            <p:cNvCxnSpPr>
              <a:cxnSpLocks/>
            </p:cNvCxnSpPr>
            <p:nvPr/>
          </p:nvCxnSpPr>
          <p:spPr>
            <a:xfrm>
              <a:off x="16613" y="6248400"/>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600C71E3-446B-4C21-B7C7-B8872FBB5C2C}"/>
              </a:ext>
              <a:ext uri="{C183D7F6-B498-43B3-948B-1728B52AA6E4}">
                <adec:decorative xmlns:adec="http://schemas.microsoft.com/office/drawing/2017/decorative" val="1"/>
              </a:ext>
            </a:extLst>
          </p:cNvPr>
          <p:cNvSpPr/>
          <p:nvPr userDrawn="1"/>
        </p:nvSpPr>
        <p:spPr>
          <a:xfrm>
            <a:off x="0" y="-1"/>
            <a:ext cx="12192000" cy="6858001"/>
          </a:xfrm>
          <a:prstGeom prst="rect">
            <a:avLst/>
          </a:prstGeom>
          <a:solidFill>
            <a:schemeClr val="accent1">
              <a:lumMod val="40000"/>
              <a:lumOff val="60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sp>
        <p:nvSpPr>
          <p:cNvPr id="77" name="Right Triangle 76">
            <a:extLst>
              <a:ext uri="{FF2B5EF4-FFF2-40B4-BE49-F238E27FC236}">
                <a16:creationId xmlns:a16="http://schemas.microsoft.com/office/drawing/2014/main" id="{4E3D1D5C-A81E-44CF-B721-6FBE69359930}"/>
              </a:ext>
              <a:ext uri="{C183D7F6-B498-43B3-948B-1728B52AA6E4}">
                <adec:decorative xmlns:adec="http://schemas.microsoft.com/office/drawing/2017/decorative" val="1"/>
              </a:ext>
            </a:extLst>
          </p:cNvPr>
          <p:cNvSpPr/>
          <p:nvPr userDrawn="1"/>
        </p:nvSpPr>
        <p:spPr>
          <a:xfrm rot="18900000">
            <a:off x="5905012" y="-284145"/>
            <a:ext cx="568289" cy="568289"/>
          </a:xfrm>
          <a:prstGeom prst="rtTriangle">
            <a:avLst/>
          </a:prstGeom>
          <a:solidFill>
            <a:schemeClr val="bg1">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sp>
        <p:nvSpPr>
          <p:cNvPr id="3" name="Title 2">
            <a:extLst>
              <a:ext uri="{FF2B5EF4-FFF2-40B4-BE49-F238E27FC236}">
                <a16:creationId xmlns:a16="http://schemas.microsoft.com/office/drawing/2014/main" id="{285F7FBB-B77A-47E6-9B07-5B0A0E9B589A}"/>
              </a:ext>
            </a:extLst>
          </p:cNvPr>
          <p:cNvSpPr>
            <a:spLocks noGrp="1"/>
          </p:cNvSpPr>
          <p:nvPr>
            <p:ph type="title" hasCustomPrompt="1"/>
          </p:nvPr>
        </p:nvSpPr>
        <p:spPr>
          <a:xfrm>
            <a:off x="767814" y="456532"/>
            <a:ext cx="10656372" cy="1126426"/>
          </a:xfrm>
          <a:prstGeom prst="rect">
            <a:avLst/>
          </a:prstGeom>
        </p:spPr>
        <p:txBody>
          <a:bodyPr anchor="ctr"/>
          <a:lstStyle>
            <a:lvl1pPr algn="ctr">
              <a:defRPr>
                <a:solidFill>
                  <a:schemeClr val="tx2"/>
                </a:solidFill>
                <a:latin typeface="Helvetica" panose="020B0604020202020204" pitchFamily="34" charset="0"/>
              </a:defRPr>
            </a:lvl1pPr>
          </a:lstStyle>
          <a:p>
            <a:r>
              <a:rPr lang="en-US" dirty="0"/>
              <a:t>Click to add title</a:t>
            </a:r>
          </a:p>
        </p:txBody>
      </p:sp>
      <p:sp>
        <p:nvSpPr>
          <p:cNvPr id="82" name="Text Placeholder 81">
            <a:extLst>
              <a:ext uri="{FF2B5EF4-FFF2-40B4-BE49-F238E27FC236}">
                <a16:creationId xmlns:a16="http://schemas.microsoft.com/office/drawing/2014/main" id="{8D29AE11-25A6-4A91-94C1-6A26AB6CA3FB}"/>
              </a:ext>
            </a:extLst>
          </p:cNvPr>
          <p:cNvSpPr>
            <a:spLocks noGrp="1"/>
          </p:cNvSpPr>
          <p:nvPr>
            <p:ph type="body" sz="quarter" idx="13" hasCustomPrompt="1"/>
          </p:nvPr>
        </p:nvSpPr>
        <p:spPr>
          <a:xfrm>
            <a:off x="697390" y="1816398"/>
            <a:ext cx="5164137" cy="772972"/>
          </a:xfrm>
          <a:prstGeom prst="rect">
            <a:avLst/>
          </a:prstGeom>
        </p:spPr>
        <p:txBody>
          <a:bodyPr/>
          <a:lstStyle>
            <a:lvl1pPr marL="0" indent="0">
              <a:buNone/>
              <a:defRPr b="1">
                <a:solidFill>
                  <a:schemeClr val="accent5"/>
                </a:solidFill>
                <a:latin typeface="Helvetica" panose="020B0604020202020204" pitchFamily="34" charset="0"/>
              </a:defRPr>
            </a:lvl1pPr>
          </a:lstStyle>
          <a:p>
            <a:pPr lvl="0"/>
            <a:r>
              <a:rPr lang="en-US" dirty="0"/>
              <a:t>Insert subtitle here</a:t>
            </a:r>
          </a:p>
        </p:txBody>
      </p:sp>
      <p:sp>
        <p:nvSpPr>
          <p:cNvPr id="85" name="Text Placeholder 84">
            <a:extLst>
              <a:ext uri="{FF2B5EF4-FFF2-40B4-BE49-F238E27FC236}">
                <a16:creationId xmlns:a16="http://schemas.microsoft.com/office/drawing/2014/main" id="{8BC29F00-8301-4CEE-BA06-1D534F497092}"/>
              </a:ext>
            </a:extLst>
          </p:cNvPr>
          <p:cNvSpPr>
            <a:spLocks noGrp="1"/>
          </p:cNvSpPr>
          <p:nvPr>
            <p:ph type="body" sz="quarter" idx="15" hasCustomPrompt="1"/>
          </p:nvPr>
        </p:nvSpPr>
        <p:spPr>
          <a:xfrm>
            <a:off x="696913" y="2597976"/>
            <a:ext cx="5164137" cy="3119437"/>
          </a:xfrm>
          <a:prstGeom prst="rect">
            <a:avLst/>
          </a:prstGeom>
        </p:spPr>
        <p:txBody>
          <a:bodyPr/>
          <a:lstStyle>
            <a:lvl1pPr marL="457200" indent="-457200">
              <a:lnSpc>
                <a:spcPct val="100000"/>
              </a:lnSpc>
              <a:buClrTx/>
              <a:buFont typeface="+mj-lt"/>
              <a:buAutoNum type="arabicPeriod"/>
              <a:defRPr sz="1800">
                <a:solidFill>
                  <a:schemeClr val="tx1"/>
                </a:solidFill>
                <a:latin typeface="Helvetica" panose="020B0604020202020204" pitchFamily="34" charset="0"/>
              </a:defRPr>
            </a:lvl1pPr>
          </a:lstStyle>
          <a:p>
            <a:pPr lvl="0"/>
            <a:r>
              <a:rPr lang="en-US" dirty="0"/>
              <a:t>Insert text here</a:t>
            </a:r>
          </a:p>
        </p:txBody>
      </p:sp>
      <p:sp>
        <p:nvSpPr>
          <p:cNvPr id="83" name="Text Placeholder 81">
            <a:extLst>
              <a:ext uri="{FF2B5EF4-FFF2-40B4-BE49-F238E27FC236}">
                <a16:creationId xmlns:a16="http://schemas.microsoft.com/office/drawing/2014/main" id="{348078F7-442A-4846-A477-54C056EEA031}"/>
              </a:ext>
            </a:extLst>
          </p:cNvPr>
          <p:cNvSpPr>
            <a:spLocks noGrp="1"/>
          </p:cNvSpPr>
          <p:nvPr>
            <p:ph type="body" sz="quarter" idx="14" hasCustomPrompt="1"/>
          </p:nvPr>
        </p:nvSpPr>
        <p:spPr>
          <a:xfrm>
            <a:off x="6189156" y="1816398"/>
            <a:ext cx="5164137" cy="772972"/>
          </a:xfrm>
          <a:prstGeom prst="rect">
            <a:avLst/>
          </a:prstGeom>
        </p:spPr>
        <p:txBody>
          <a:bodyPr/>
          <a:lstStyle>
            <a:lvl1pPr marL="0" indent="0">
              <a:buNone/>
              <a:defRPr b="1">
                <a:solidFill>
                  <a:schemeClr val="accent5"/>
                </a:solidFill>
                <a:latin typeface="Helvetica" panose="020B0604020202020204" pitchFamily="34" charset="0"/>
              </a:defRPr>
            </a:lvl1pPr>
          </a:lstStyle>
          <a:p>
            <a:pPr lvl="0"/>
            <a:r>
              <a:rPr lang="en-US" dirty="0"/>
              <a:t>Insert subtitle here</a:t>
            </a:r>
          </a:p>
        </p:txBody>
      </p:sp>
      <p:sp>
        <p:nvSpPr>
          <p:cNvPr id="86" name="Text Placeholder 84">
            <a:extLst>
              <a:ext uri="{FF2B5EF4-FFF2-40B4-BE49-F238E27FC236}">
                <a16:creationId xmlns:a16="http://schemas.microsoft.com/office/drawing/2014/main" id="{20846AFB-4D65-421E-BDFC-A127A1D58881}"/>
              </a:ext>
            </a:extLst>
          </p:cNvPr>
          <p:cNvSpPr>
            <a:spLocks noGrp="1"/>
          </p:cNvSpPr>
          <p:nvPr>
            <p:ph type="body" sz="quarter" idx="16" hasCustomPrompt="1"/>
          </p:nvPr>
        </p:nvSpPr>
        <p:spPr>
          <a:xfrm>
            <a:off x="6189156" y="2597976"/>
            <a:ext cx="5164137" cy="3119437"/>
          </a:xfrm>
          <a:prstGeom prst="rect">
            <a:avLst/>
          </a:prstGeom>
        </p:spPr>
        <p:txBody>
          <a:bodyPr/>
          <a:lstStyle>
            <a:lvl1pPr marL="457200" indent="-457200">
              <a:lnSpc>
                <a:spcPct val="100000"/>
              </a:lnSpc>
              <a:buClrTx/>
              <a:buFont typeface="+mj-lt"/>
              <a:buAutoNum type="arabicPeriod"/>
              <a:defRPr sz="1800">
                <a:solidFill>
                  <a:schemeClr val="tx1"/>
                </a:solidFill>
                <a:latin typeface="Helvetica" panose="020B0604020202020204" pitchFamily="34" charset="0"/>
              </a:defRPr>
            </a:lvl1pPr>
          </a:lstStyle>
          <a:p>
            <a:pPr lvl="0"/>
            <a:r>
              <a:rPr lang="en-US" dirty="0"/>
              <a:t>Insert text here</a:t>
            </a:r>
          </a:p>
        </p:txBody>
      </p:sp>
      <p:sp>
        <p:nvSpPr>
          <p:cNvPr id="87" name="Date Placeholder 3">
            <a:extLst>
              <a:ext uri="{FF2B5EF4-FFF2-40B4-BE49-F238E27FC236}">
                <a16:creationId xmlns:a16="http://schemas.microsoft.com/office/drawing/2014/main" id="{4E14FBED-7310-4E87-BFA7-050A91D10F1A}"/>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tx1"/>
                </a:solidFill>
                <a:latin typeface="Helvetica" panose="020B0604020202020204" pitchFamily="34" charset="0"/>
              </a:defRPr>
            </a:lvl1pPr>
          </a:lstStyle>
          <a:p>
            <a:r>
              <a:rPr lang="en-US" dirty="0"/>
              <a:t>2/2/20XX</a:t>
            </a:r>
          </a:p>
        </p:txBody>
      </p:sp>
      <p:sp>
        <p:nvSpPr>
          <p:cNvPr id="88" name="Footer Placeholder 4">
            <a:extLst>
              <a:ext uri="{FF2B5EF4-FFF2-40B4-BE49-F238E27FC236}">
                <a16:creationId xmlns:a16="http://schemas.microsoft.com/office/drawing/2014/main" id="{9D4E6D47-8B2E-4566-8B9E-294FAA0E60EB}"/>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r>
              <a:rPr lang="en-US" dirty="0"/>
              <a:t>PRESENTATION TITLE</a:t>
            </a:r>
          </a:p>
        </p:txBody>
      </p:sp>
      <p:sp>
        <p:nvSpPr>
          <p:cNvPr id="89" name="Slide Number Placeholder 5">
            <a:extLst>
              <a:ext uri="{FF2B5EF4-FFF2-40B4-BE49-F238E27FC236}">
                <a16:creationId xmlns:a16="http://schemas.microsoft.com/office/drawing/2014/main" id="{100CAC88-3775-4C14-ABE2-A6DBB5137F52}"/>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fld id="{11A71338-8BA2-4C79-A6C5-5A8E30081D0C}" type="slidenum">
              <a:rPr lang="en-US" smtClean="0"/>
              <a:pPr/>
              <a:t>‹#›</a:t>
            </a:fld>
            <a:endParaRPr lang="en-US" dirty="0"/>
          </a:p>
        </p:txBody>
      </p:sp>
    </p:spTree>
    <p:extLst>
      <p:ext uri="{BB962C8B-B14F-4D97-AF65-F5344CB8AC3E}">
        <p14:creationId xmlns:p14="http://schemas.microsoft.com/office/powerpoint/2010/main" val="1191817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91CF620B-CA95-44EA-ABB7-3C0D72771DB4}"/>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117" name="Rectangle 116">
            <a:extLst>
              <a:ext uri="{FF2B5EF4-FFF2-40B4-BE49-F238E27FC236}">
                <a16:creationId xmlns:a16="http://schemas.microsoft.com/office/drawing/2014/main" id="{25C8A854-6AD5-4EA8-ADB0-B4224410C3A9}"/>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grpSp>
        <p:nvGrpSpPr>
          <p:cNvPr id="87" name="Group 86">
            <a:extLst>
              <a:ext uri="{FF2B5EF4-FFF2-40B4-BE49-F238E27FC236}">
                <a16:creationId xmlns:a16="http://schemas.microsoft.com/office/drawing/2014/main" id="{3A155F89-2CC8-4507-9CAF-52B9C04F1C09}"/>
              </a:ext>
              <a:ext uri="{C183D7F6-B498-43B3-948B-1728B52AA6E4}">
                <adec:decorative xmlns:adec="http://schemas.microsoft.com/office/drawing/2017/decorative" val="1"/>
              </a:ext>
            </a:extLst>
          </p:cNvPr>
          <p:cNvGrpSpPr/>
          <p:nvPr userDrawn="1"/>
        </p:nvGrpSpPr>
        <p:grpSpPr>
          <a:xfrm>
            <a:off x="17514" y="-1"/>
            <a:ext cx="12214827" cy="6858000"/>
            <a:chOff x="-6214" y="-1"/>
            <a:chExt cx="12214827" cy="6858000"/>
          </a:xfrm>
        </p:grpSpPr>
        <p:cxnSp>
          <p:nvCxnSpPr>
            <p:cNvPr id="88" name="Straight Connector 87">
              <a:extLst>
                <a:ext uri="{FF2B5EF4-FFF2-40B4-BE49-F238E27FC236}">
                  <a16:creationId xmlns:a16="http://schemas.microsoft.com/office/drawing/2014/main" id="{8BD4B67D-F11A-42B5-AD36-64E839983324}"/>
                </a:ext>
              </a:extLst>
            </p:cNvPr>
            <p:cNvCxnSpPr>
              <a:cxnSpLocks/>
            </p:cNvCxnSpPr>
            <p:nvPr/>
          </p:nvCxnSpPr>
          <p:spPr>
            <a:xfrm>
              <a:off x="-6214" y="6686283"/>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6D992C2-C73A-4020-AB80-910ABD8B665B}"/>
                </a:ext>
              </a:extLst>
            </p:cNvPr>
            <p:cNvCxnSpPr>
              <a:cxnSpLocks/>
            </p:cNvCxnSpPr>
            <p:nvPr/>
          </p:nvCxnSpPr>
          <p:spPr>
            <a:xfrm>
              <a:off x="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FE2C1AC-3C9C-4E6F-AB7D-796BB42A793B}"/>
                </a:ext>
              </a:extLst>
            </p:cNvPr>
            <p:cNvCxnSpPr>
              <a:cxnSpLocks/>
            </p:cNvCxnSpPr>
            <p:nvPr/>
          </p:nvCxnSpPr>
          <p:spPr>
            <a:xfrm>
              <a:off x="1199325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74DEF58-5490-4294-BAB9-82EDB4B685B9}"/>
                </a:ext>
              </a:extLst>
            </p:cNvPr>
            <p:cNvCxnSpPr>
              <a:cxnSpLocks/>
            </p:cNvCxnSpPr>
            <p:nvPr/>
          </p:nvCxnSpPr>
          <p:spPr>
            <a:xfrm>
              <a:off x="19252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6C22FA6-2BFF-4A17-A8A3-6D0DF06B1F11}"/>
                </a:ext>
              </a:extLst>
            </p:cNvPr>
            <p:cNvCxnSpPr>
              <a:cxnSpLocks/>
            </p:cNvCxnSpPr>
            <p:nvPr/>
          </p:nvCxnSpPr>
          <p:spPr>
            <a:xfrm>
              <a:off x="119196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6D8CA74-FFC2-4419-A69D-5FA13927B46F}"/>
                </a:ext>
              </a:extLst>
            </p:cNvPr>
            <p:cNvCxnSpPr>
              <a:cxnSpLocks/>
            </p:cNvCxnSpPr>
            <p:nvPr/>
          </p:nvCxnSpPr>
          <p:spPr>
            <a:xfrm>
              <a:off x="219140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324DD6D-F6AE-4E1F-898D-939DCF98FC63}"/>
                </a:ext>
              </a:extLst>
            </p:cNvPr>
            <p:cNvCxnSpPr>
              <a:cxnSpLocks/>
            </p:cNvCxnSpPr>
            <p:nvPr/>
          </p:nvCxnSpPr>
          <p:spPr>
            <a:xfrm>
              <a:off x="319084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E0F22C7-C523-4F27-A682-25E22C10A4B4}"/>
                </a:ext>
              </a:extLst>
            </p:cNvPr>
            <p:cNvCxnSpPr>
              <a:cxnSpLocks/>
            </p:cNvCxnSpPr>
            <p:nvPr/>
          </p:nvCxnSpPr>
          <p:spPr>
            <a:xfrm>
              <a:off x="419028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D8C830C3-0BFC-4AA7-872B-FF1C785DBB5E}"/>
                </a:ext>
              </a:extLst>
            </p:cNvPr>
            <p:cNvCxnSpPr>
              <a:cxnSpLocks/>
            </p:cNvCxnSpPr>
            <p:nvPr/>
          </p:nvCxnSpPr>
          <p:spPr>
            <a:xfrm>
              <a:off x="518971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33F1ADE-8ECD-4FC1-8B6A-DE1C1675B95C}"/>
                </a:ext>
              </a:extLst>
            </p:cNvPr>
            <p:cNvCxnSpPr>
              <a:cxnSpLocks/>
            </p:cNvCxnSpPr>
            <p:nvPr/>
          </p:nvCxnSpPr>
          <p:spPr>
            <a:xfrm>
              <a:off x="618915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13D25F39-5E7A-43D1-B675-629B3393384A}"/>
                </a:ext>
              </a:extLst>
            </p:cNvPr>
            <p:cNvCxnSpPr>
              <a:cxnSpLocks/>
            </p:cNvCxnSpPr>
            <p:nvPr/>
          </p:nvCxnSpPr>
          <p:spPr>
            <a:xfrm>
              <a:off x="718859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9FBA4B2-FB49-4B68-ABBB-19B47CCAF2EC}"/>
                </a:ext>
              </a:extLst>
            </p:cNvPr>
            <p:cNvCxnSpPr>
              <a:cxnSpLocks/>
            </p:cNvCxnSpPr>
            <p:nvPr/>
          </p:nvCxnSpPr>
          <p:spPr>
            <a:xfrm>
              <a:off x="818803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631B16C3-0946-4E2F-9275-87F95C25C0E6}"/>
                </a:ext>
              </a:extLst>
            </p:cNvPr>
            <p:cNvCxnSpPr>
              <a:cxnSpLocks/>
            </p:cNvCxnSpPr>
            <p:nvPr/>
          </p:nvCxnSpPr>
          <p:spPr>
            <a:xfrm>
              <a:off x="918747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6160A9E2-9353-4FC1-9099-E56AEFE6C022}"/>
                </a:ext>
              </a:extLst>
            </p:cNvPr>
            <p:cNvCxnSpPr>
              <a:cxnSpLocks/>
            </p:cNvCxnSpPr>
            <p:nvPr/>
          </p:nvCxnSpPr>
          <p:spPr>
            <a:xfrm>
              <a:off x="1018690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01D6BDE-C806-4832-BFE5-B43692D4EC54}"/>
                </a:ext>
              </a:extLst>
            </p:cNvPr>
            <p:cNvCxnSpPr>
              <a:cxnSpLocks/>
            </p:cNvCxnSpPr>
            <p:nvPr/>
          </p:nvCxnSpPr>
          <p:spPr>
            <a:xfrm>
              <a:off x="1118634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C13E0E13-B29D-4A6F-BD03-B4B74E5C9F8D}"/>
                </a:ext>
              </a:extLst>
            </p:cNvPr>
            <p:cNvCxnSpPr>
              <a:cxnSpLocks/>
            </p:cNvCxnSpPr>
            <p:nvPr/>
          </p:nvCxnSpPr>
          <p:spPr>
            <a:xfrm>
              <a:off x="1218578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99062266-EA73-40C1-B2BA-84A5B170C468}"/>
                </a:ext>
              </a:extLst>
            </p:cNvPr>
            <p:cNvCxnSpPr>
              <a:cxnSpLocks/>
            </p:cNvCxnSpPr>
            <p:nvPr/>
          </p:nvCxnSpPr>
          <p:spPr>
            <a:xfrm>
              <a:off x="0" y="1717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8CA1C91-AC4A-4ECC-ABBE-F95A0D716391}"/>
                </a:ext>
              </a:extLst>
            </p:cNvPr>
            <p:cNvCxnSpPr>
              <a:cxnSpLocks/>
            </p:cNvCxnSpPr>
            <p:nvPr/>
          </p:nvCxnSpPr>
          <p:spPr>
            <a:xfrm>
              <a:off x="0" y="72890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9ED7D18-4C21-4EC7-A69E-F217BB037F41}"/>
                </a:ext>
              </a:extLst>
            </p:cNvPr>
            <p:cNvCxnSpPr>
              <a:cxnSpLocks/>
            </p:cNvCxnSpPr>
            <p:nvPr/>
          </p:nvCxnSpPr>
          <p:spPr>
            <a:xfrm>
              <a:off x="0" y="128609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DE6646E-0507-49D1-BC5A-96FDF97E8D4D}"/>
                </a:ext>
              </a:extLst>
            </p:cNvPr>
            <p:cNvCxnSpPr>
              <a:cxnSpLocks/>
            </p:cNvCxnSpPr>
            <p:nvPr/>
          </p:nvCxnSpPr>
          <p:spPr>
            <a:xfrm>
              <a:off x="0" y="184328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80A6265-73D5-4AFE-B003-E79690762B85}"/>
                </a:ext>
              </a:extLst>
            </p:cNvPr>
            <p:cNvCxnSpPr>
              <a:cxnSpLocks/>
            </p:cNvCxnSpPr>
            <p:nvPr/>
          </p:nvCxnSpPr>
          <p:spPr>
            <a:xfrm>
              <a:off x="0" y="240047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5FF6B8A-5930-4909-A84D-9D86FAAEA49A}"/>
                </a:ext>
              </a:extLst>
            </p:cNvPr>
            <p:cNvCxnSpPr>
              <a:cxnSpLocks/>
            </p:cNvCxnSpPr>
            <p:nvPr/>
          </p:nvCxnSpPr>
          <p:spPr>
            <a:xfrm>
              <a:off x="0" y="295766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BE97C02-B5E8-4E85-AB2D-1B144728C667}"/>
                </a:ext>
              </a:extLst>
            </p:cNvPr>
            <p:cNvCxnSpPr>
              <a:cxnSpLocks/>
            </p:cNvCxnSpPr>
            <p:nvPr/>
          </p:nvCxnSpPr>
          <p:spPr>
            <a:xfrm>
              <a:off x="0" y="351485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9E0D9532-E4F7-4181-B732-B402D7E92939}"/>
                </a:ext>
              </a:extLst>
            </p:cNvPr>
            <p:cNvCxnSpPr>
              <a:cxnSpLocks/>
            </p:cNvCxnSpPr>
            <p:nvPr/>
          </p:nvCxnSpPr>
          <p:spPr>
            <a:xfrm>
              <a:off x="0" y="407204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E0FED504-48F9-42AE-8C1D-18ABEA360C46}"/>
                </a:ext>
              </a:extLst>
            </p:cNvPr>
            <p:cNvCxnSpPr>
              <a:cxnSpLocks/>
            </p:cNvCxnSpPr>
            <p:nvPr/>
          </p:nvCxnSpPr>
          <p:spPr>
            <a:xfrm>
              <a:off x="0" y="462923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761B5F04-4827-493D-8CDB-8FC1F21F8690}"/>
                </a:ext>
              </a:extLst>
            </p:cNvPr>
            <p:cNvCxnSpPr>
              <a:cxnSpLocks/>
            </p:cNvCxnSpPr>
            <p:nvPr/>
          </p:nvCxnSpPr>
          <p:spPr>
            <a:xfrm>
              <a:off x="0" y="518642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A4D02F9F-A9FF-4569-B1CF-3D5B0B8A589C}"/>
                </a:ext>
              </a:extLst>
            </p:cNvPr>
            <p:cNvCxnSpPr>
              <a:cxnSpLocks/>
            </p:cNvCxnSpPr>
            <p:nvPr/>
          </p:nvCxnSpPr>
          <p:spPr>
            <a:xfrm>
              <a:off x="0" y="57436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E699586-9F40-4AEA-B070-FBBD17753352}"/>
                </a:ext>
              </a:extLst>
            </p:cNvPr>
            <p:cNvCxnSpPr>
              <a:cxnSpLocks/>
            </p:cNvCxnSpPr>
            <p:nvPr/>
          </p:nvCxnSpPr>
          <p:spPr>
            <a:xfrm>
              <a:off x="0" y="6857999"/>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4D4BD64C-0BF9-4084-8C20-90D20EA6B6D7}"/>
                </a:ext>
              </a:extLst>
            </p:cNvPr>
            <p:cNvCxnSpPr>
              <a:cxnSpLocks/>
            </p:cNvCxnSpPr>
            <p:nvPr/>
          </p:nvCxnSpPr>
          <p:spPr>
            <a:xfrm>
              <a:off x="16613" y="6248400"/>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CC3AD463-404C-4576-AC21-F2558295325E}"/>
              </a:ext>
              <a:ext uri="{C183D7F6-B498-43B3-948B-1728B52AA6E4}">
                <adec:decorative xmlns:adec="http://schemas.microsoft.com/office/drawing/2017/decorative" val="1"/>
              </a:ext>
            </a:extLst>
          </p:cNvPr>
          <p:cNvSpPr/>
          <p:nvPr userDrawn="1"/>
        </p:nvSpPr>
        <p:spPr>
          <a:xfrm>
            <a:off x="0" y="-1"/>
            <a:ext cx="12192000" cy="6858001"/>
          </a:xfrm>
          <a:prstGeom prst="rect">
            <a:avLst/>
          </a:prstGeom>
          <a:solidFill>
            <a:schemeClr val="accent1">
              <a:lumMod val="40000"/>
              <a:lumOff val="60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sp>
        <p:nvSpPr>
          <p:cNvPr id="120" name="Right Triangle 119">
            <a:extLst>
              <a:ext uri="{FF2B5EF4-FFF2-40B4-BE49-F238E27FC236}">
                <a16:creationId xmlns:a16="http://schemas.microsoft.com/office/drawing/2014/main" id="{2A73DFF6-076E-4BBC-9CDB-E1B24D9B6C48}"/>
              </a:ext>
              <a:ext uri="{C183D7F6-B498-43B3-948B-1728B52AA6E4}">
                <adec:decorative xmlns:adec="http://schemas.microsoft.com/office/drawing/2017/decorative" val="1"/>
              </a:ext>
            </a:extLst>
          </p:cNvPr>
          <p:cNvSpPr/>
          <p:nvPr userDrawn="1"/>
        </p:nvSpPr>
        <p:spPr>
          <a:xfrm rot="18900000">
            <a:off x="5905012" y="-284145"/>
            <a:ext cx="568289" cy="568289"/>
          </a:xfrm>
          <a:prstGeom prst="rtTriangle">
            <a:avLst/>
          </a:prstGeom>
          <a:solidFill>
            <a:schemeClr val="bg1">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sp>
        <p:nvSpPr>
          <p:cNvPr id="2" name="Title 1">
            <a:extLst>
              <a:ext uri="{FF2B5EF4-FFF2-40B4-BE49-F238E27FC236}">
                <a16:creationId xmlns:a16="http://schemas.microsoft.com/office/drawing/2014/main" id="{C9DE89C6-E571-4739-8BA7-D97BDCD1D16D}"/>
              </a:ext>
            </a:extLst>
          </p:cNvPr>
          <p:cNvSpPr>
            <a:spLocks noGrp="1"/>
          </p:cNvSpPr>
          <p:nvPr>
            <p:ph type="title" hasCustomPrompt="1"/>
          </p:nvPr>
        </p:nvSpPr>
        <p:spPr>
          <a:xfrm>
            <a:off x="1434268" y="441042"/>
            <a:ext cx="9323464" cy="1162258"/>
          </a:xfrm>
          <a:prstGeom prst="rect">
            <a:avLst/>
          </a:prstGeom>
        </p:spPr>
        <p:txBody>
          <a:bodyPr anchor="ctr"/>
          <a:lstStyle>
            <a:lvl1pPr algn="ctr">
              <a:defRPr>
                <a:solidFill>
                  <a:schemeClr val="tx2"/>
                </a:solidFill>
                <a:latin typeface="Helvetica" panose="020B0604020202020204" pitchFamily="34" charset="0"/>
              </a:defRPr>
            </a:lvl1pPr>
          </a:lstStyle>
          <a:p>
            <a:r>
              <a:rPr lang="en-US" dirty="0"/>
              <a:t>Click to add title</a:t>
            </a:r>
          </a:p>
        </p:txBody>
      </p:sp>
      <p:sp>
        <p:nvSpPr>
          <p:cNvPr id="121" name="Text Placeholder 81">
            <a:extLst>
              <a:ext uri="{FF2B5EF4-FFF2-40B4-BE49-F238E27FC236}">
                <a16:creationId xmlns:a16="http://schemas.microsoft.com/office/drawing/2014/main" id="{24221B82-BDC2-43E4-9DC3-109392FCBFAA}"/>
              </a:ext>
            </a:extLst>
          </p:cNvPr>
          <p:cNvSpPr>
            <a:spLocks noGrp="1"/>
          </p:cNvSpPr>
          <p:nvPr>
            <p:ph type="body" sz="quarter" idx="13" hasCustomPrompt="1"/>
          </p:nvPr>
        </p:nvSpPr>
        <p:spPr>
          <a:xfrm>
            <a:off x="319757" y="1816398"/>
            <a:ext cx="3661357" cy="772972"/>
          </a:xfrm>
          <a:prstGeom prst="rect">
            <a:avLst/>
          </a:prstGeom>
        </p:spPr>
        <p:txBody>
          <a:bodyPr/>
          <a:lstStyle>
            <a:lvl1pPr marL="0" indent="0">
              <a:buNone/>
              <a:defRPr b="1">
                <a:solidFill>
                  <a:schemeClr val="accent5"/>
                </a:solidFill>
                <a:latin typeface="Helvetica" panose="020B0604020202020204" pitchFamily="34" charset="0"/>
              </a:defRPr>
            </a:lvl1pPr>
          </a:lstStyle>
          <a:p>
            <a:pPr lvl="0"/>
            <a:r>
              <a:rPr lang="en-US" dirty="0"/>
              <a:t>Insert subtitle here</a:t>
            </a:r>
          </a:p>
        </p:txBody>
      </p:sp>
      <p:sp>
        <p:nvSpPr>
          <p:cNvPr id="123" name="Text Placeholder 84">
            <a:extLst>
              <a:ext uri="{FF2B5EF4-FFF2-40B4-BE49-F238E27FC236}">
                <a16:creationId xmlns:a16="http://schemas.microsoft.com/office/drawing/2014/main" id="{F064B050-C9E2-4CBD-8063-8F72369DEA27}"/>
              </a:ext>
            </a:extLst>
          </p:cNvPr>
          <p:cNvSpPr>
            <a:spLocks noGrp="1"/>
          </p:cNvSpPr>
          <p:nvPr>
            <p:ph type="body" sz="quarter" idx="15" hasCustomPrompt="1"/>
          </p:nvPr>
        </p:nvSpPr>
        <p:spPr>
          <a:xfrm>
            <a:off x="319280" y="2595913"/>
            <a:ext cx="3661357" cy="3119437"/>
          </a:xfrm>
          <a:prstGeom prst="rect">
            <a:avLst/>
          </a:prstGeom>
        </p:spPr>
        <p:txBody>
          <a:bodyPr/>
          <a:lstStyle>
            <a:lvl1pPr marL="457200" indent="-457200">
              <a:lnSpc>
                <a:spcPct val="100000"/>
              </a:lnSpc>
              <a:buClr>
                <a:schemeClr val="tx1"/>
              </a:buClr>
              <a:buFont typeface="+mj-lt"/>
              <a:buAutoNum type="arabicPeriod"/>
              <a:defRPr sz="1800">
                <a:solidFill>
                  <a:schemeClr val="tx1"/>
                </a:solidFill>
                <a:latin typeface="Helvetica" panose="020B0604020202020204" pitchFamily="34" charset="0"/>
              </a:defRPr>
            </a:lvl1pPr>
          </a:lstStyle>
          <a:p>
            <a:pPr lvl="0"/>
            <a:r>
              <a:rPr lang="en-US" dirty="0"/>
              <a:t>Insert text here</a:t>
            </a:r>
          </a:p>
        </p:txBody>
      </p:sp>
      <p:sp>
        <p:nvSpPr>
          <p:cNvPr id="132" name="Text Placeholder 81">
            <a:extLst>
              <a:ext uri="{FF2B5EF4-FFF2-40B4-BE49-F238E27FC236}">
                <a16:creationId xmlns:a16="http://schemas.microsoft.com/office/drawing/2014/main" id="{AB4DD233-B719-42EE-AE0F-930CABD5AA94}"/>
              </a:ext>
            </a:extLst>
          </p:cNvPr>
          <p:cNvSpPr>
            <a:spLocks noGrp="1"/>
          </p:cNvSpPr>
          <p:nvPr>
            <p:ph type="body" sz="quarter" idx="16" hasCustomPrompt="1"/>
          </p:nvPr>
        </p:nvSpPr>
        <p:spPr>
          <a:xfrm>
            <a:off x="4251938" y="1822941"/>
            <a:ext cx="3661357" cy="772972"/>
          </a:xfrm>
          <a:prstGeom prst="rect">
            <a:avLst/>
          </a:prstGeom>
        </p:spPr>
        <p:txBody>
          <a:bodyPr/>
          <a:lstStyle>
            <a:lvl1pPr marL="0" indent="0">
              <a:buNone/>
              <a:defRPr b="1">
                <a:solidFill>
                  <a:schemeClr val="accent5"/>
                </a:solidFill>
                <a:latin typeface="Helvetica" panose="020B0604020202020204" pitchFamily="34" charset="0"/>
              </a:defRPr>
            </a:lvl1pPr>
          </a:lstStyle>
          <a:p>
            <a:pPr lvl="0"/>
            <a:r>
              <a:rPr lang="en-US" dirty="0"/>
              <a:t>Insert subtitle here</a:t>
            </a:r>
          </a:p>
        </p:txBody>
      </p:sp>
      <p:sp>
        <p:nvSpPr>
          <p:cNvPr id="133" name="Text Placeholder 84">
            <a:extLst>
              <a:ext uri="{FF2B5EF4-FFF2-40B4-BE49-F238E27FC236}">
                <a16:creationId xmlns:a16="http://schemas.microsoft.com/office/drawing/2014/main" id="{E2F4A9D6-F113-40C1-B3C8-A9BDB2877263}"/>
              </a:ext>
            </a:extLst>
          </p:cNvPr>
          <p:cNvSpPr>
            <a:spLocks noGrp="1"/>
          </p:cNvSpPr>
          <p:nvPr>
            <p:ph type="body" sz="quarter" idx="17" hasCustomPrompt="1"/>
          </p:nvPr>
        </p:nvSpPr>
        <p:spPr>
          <a:xfrm>
            <a:off x="4251461" y="2602456"/>
            <a:ext cx="3661357" cy="3119437"/>
          </a:xfrm>
          <a:prstGeom prst="rect">
            <a:avLst/>
          </a:prstGeom>
        </p:spPr>
        <p:txBody>
          <a:bodyPr/>
          <a:lstStyle>
            <a:lvl1pPr marL="457200" indent="-457200">
              <a:lnSpc>
                <a:spcPct val="100000"/>
              </a:lnSpc>
              <a:buClr>
                <a:schemeClr val="tx1"/>
              </a:buClr>
              <a:buFont typeface="+mj-lt"/>
              <a:buAutoNum type="arabicPeriod"/>
              <a:defRPr sz="1800">
                <a:solidFill>
                  <a:schemeClr val="tx1"/>
                </a:solidFill>
                <a:latin typeface="Helvetica" panose="020B0604020202020204" pitchFamily="34" charset="0"/>
              </a:defRPr>
            </a:lvl1pPr>
          </a:lstStyle>
          <a:p>
            <a:pPr lvl="0"/>
            <a:r>
              <a:rPr lang="en-US" dirty="0"/>
              <a:t>Insert text here</a:t>
            </a:r>
          </a:p>
        </p:txBody>
      </p:sp>
      <p:sp>
        <p:nvSpPr>
          <p:cNvPr id="134" name="Text Placeholder 81">
            <a:extLst>
              <a:ext uri="{FF2B5EF4-FFF2-40B4-BE49-F238E27FC236}">
                <a16:creationId xmlns:a16="http://schemas.microsoft.com/office/drawing/2014/main" id="{B5E6D4D3-9E8F-4D92-B05A-7E9BBD75948A}"/>
              </a:ext>
            </a:extLst>
          </p:cNvPr>
          <p:cNvSpPr>
            <a:spLocks noGrp="1"/>
          </p:cNvSpPr>
          <p:nvPr>
            <p:ph type="body" sz="quarter" idx="18" hasCustomPrompt="1"/>
          </p:nvPr>
        </p:nvSpPr>
        <p:spPr>
          <a:xfrm>
            <a:off x="8183642" y="1822661"/>
            <a:ext cx="3661357" cy="772972"/>
          </a:xfrm>
          <a:prstGeom prst="rect">
            <a:avLst/>
          </a:prstGeom>
        </p:spPr>
        <p:txBody>
          <a:bodyPr/>
          <a:lstStyle>
            <a:lvl1pPr marL="0" indent="0">
              <a:buNone/>
              <a:defRPr b="1">
                <a:solidFill>
                  <a:schemeClr val="accent5"/>
                </a:solidFill>
                <a:latin typeface="Helvetica" panose="020B0604020202020204" pitchFamily="34" charset="0"/>
              </a:defRPr>
            </a:lvl1pPr>
          </a:lstStyle>
          <a:p>
            <a:pPr lvl="0"/>
            <a:r>
              <a:rPr lang="en-US" dirty="0"/>
              <a:t>Insert subtitle here</a:t>
            </a:r>
          </a:p>
        </p:txBody>
      </p:sp>
      <p:sp>
        <p:nvSpPr>
          <p:cNvPr id="135" name="Text Placeholder 84">
            <a:extLst>
              <a:ext uri="{FF2B5EF4-FFF2-40B4-BE49-F238E27FC236}">
                <a16:creationId xmlns:a16="http://schemas.microsoft.com/office/drawing/2014/main" id="{9C80C61E-A8B2-4011-AE18-0294FFF88909}"/>
              </a:ext>
            </a:extLst>
          </p:cNvPr>
          <p:cNvSpPr>
            <a:spLocks noGrp="1"/>
          </p:cNvSpPr>
          <p:nvPr>
            <p:ph type="body" sz="quarter" idx="19" hasCustomPrompt="1"/>
          </p:nvPr>
        </p:nvSpPr>
        <p:spPr>
          <a:xfrm>
            <a:off x="8183165" y="2602176"/>
            <a:ext cx="3661357" cy="3119437"/>
          </a:xfrm>
          <a:prstGeom prst="rect">
            <a:avLst/>
          </a:prstGeom>
        </p:spPr>
        <p:txBody>
          <a:bodyPr/>
          <a:lstStyle>
            <a:lvl1pPr marL="457200" indent="-457200">
              <a:lnSpc>
                <a:spcPct val="100000"/>
              </a:lnSpc>
              <a:buClr>
                <a:schemeClr val="tx1"/>
              </a:buClr>
              <a:buFont typeface="+mj-lt"/>
              <a:buAutoNum type="arabicPeriod"/>
              <a:defRPr sz="1800">
                <a:solidFill>
                  <a:schemeClr val="tx1"/>
                </a:solidFill>
                <a:latin typeface="Helvetica" panose="020B0604020202020204" pitchFamily="34" charset="0"/>
              </a:defRPr>
            </a:lvl1pPr>
          </a:lstStyle>
          <a:p>
            <a:pPr lvl="0"/>
            <a:r>
              <a:rPr lang="en-US" dirty="0"/>
              <a:t>Insert text here</a:t>
            </a:r>
          </a:p>
        </p:txBody>
      </p:sp>
      <p:sp>
        <p:nvSpPr>
          <p:cNvPr id="125" name="Date Placeholder 3">
            <a:extLst>
              <a:ext uri="{FF2B5EF4-FFF2-40B4-BE49-F238E27FC236}">
                <a16:creationId xmlns:a16="http://schemas.microsoft.com/office/drawing/2014/main" id="{DEB76336-3978-4E04-820F-CCD4115F0AF5}"/>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tx1"/>
                </a:solidFill>
                <a:latin typeface="Helvetica" panose="020B0604020202020204" pitchFamily="34" charset="0"/>
              </a:defRPr>
            </a:lvl1pPr>
          </a:lstStyle>
          <a:p>
            <a:r>
              <a:rPr lang="en-US" dirty="0"/>
              <a:t>2/2/20XX</a:t>
            </a:r>
          </a:p>
        </p:txBody>
      </p:sp>
      <p:sp>
        <p:nvSpPr>
          <p:cNvPr id="126" name="Footer Placeholder 4">
            <a:extLst>
              <a:ext uri="{FF2B5EF4-FFF2-40B4-BE49-F238E27FC236}">
                <a16:creationId xmlns:a16="http://schemas.microsoft.com/office/drawing/2014/main" id="{296D1F50-7662-4B72-8D59-73594E51901D}"/>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r>
              <a:rPr lang="en-US" dirty="0"/>
              <a:t>PRESENTATION TITLE</a:t>
            </a:r>
          </a:p>
        </p:txBody>
      </p:sp>
      <p:sp>
        <p:nvSpPr>
          <p:cNvPr id="127" name="Slide Number Placeholder 5">
            <a:extLst>
              <a:ext uri="{FF2B5EF4-FFF2-40B4-BE49-F238E27FC236}">
                <a16:creationId xmlns:a16="http://schemas.microsoft.com/office/drawing/2014/main" id="{DEDEAF7E-D577-4B93-BAE4-358F8963B0DF}"/>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fld id="{11A71338-8BA2-4C79-A6C5-5A8E30081D0C}" type="slidenum">
              <a:rPr lang="en-US" smtClean="0"/>
              <a:pPr/>
              <a:t>‹#›</a:t>
            </a:fld>
            <a:endParaRPr lang="en-US" dirty="0"/>
          </a:p>
        </p:txBody>
      </p:sp>
    </p:spTree>
    <p:extLst>
      <p:ext uri="{BB962C8B-B14F-4D97-AF65-F5344CB8AC3E}">
        <p14:creationId xmlns:p14="http://schemas.microsoft.com/office/powerpoint/2010/main" val="2111649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4987528D-293D-419F-B6B1-A104443B2F85}"/>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52" name="Rectangle 51">
            <a:extLst>
              <a:ext uri="{FF2B5EF4-FFF2-40B4-BE49-F238E27FC236}">
                <a16:creationId xmlns:a16="http://schemas.microsoft.com/office/drawing/2014/main" id="{AA467263-FC60-4269-BE10-A00F3AE96AB9}"/>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sp>
        <p:nvSpPr>
          <p:cNvPr id="53" name="Right Triangle 52">
            <a:extLst>
              <a:ext uri="{FF2B5EF4-FFF2-40B4-BE49-F238E27FC236}">
                <a16:creationId xmlns:a16="http://schemas.microsoft.com/office/drawing/2014/main" id="{0A2143FD-5B7E-4844-9056-07C72D17C935}"/>
              </a:ext>
              <a:ext uri="{C183D7F6-B498-43B3-948B-1728B52AA6E4}">
                <adec:decorative xmlns:adec="http://schemas.microsoft.com/office/drawing/2017/decorative" val="1"/>
              </a:ext>
            </a:extLst>
          </p:cNvPr>
          <p:cNvSpPr/>
          <p:nvPr userDrawn="1"/>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Helvetica" panose="020B0604020202020204" pitchFamily="34" charset="0"/>
            </a:endParaRPr>
          </a:p>
        </p:txBody>
      </p:sp>
      <p:sp>
        <p:nvSpPr>
          <p:cNvPr id="54" name="Flowchart: Document 53">
            <a:extLst>
              <a:ext uri="{FF2B5EF4-FFF2-40B4-BE49-F238E27FC236}">
                <a16:creationId xmlns:a16="http://schemas.microsoft.com/office/drawing/2014/main" id="{FD193356-2BA7-4BBE-A881-735188BBDB3F}"/>
              </a:ext>
              <a:ext uri="{C183D7F6-B498-43B3-948B-1728B52AA6E4}">
                <adec:decorative xmlns:adec="http://schemas.microsoft.com/office/drawing/2017/decorative" val="1"/>
              </a:ext>
            </a:extLst>
          </p:cNvPr>
          <p:cNvSpPr/>
          <p:nvPr userDrawn="1"/>
        </p:nvSpPr>
        <p:spPr>
          <a:xfrm rot="5400000">
            <a:off x="7455724" y="2105114"/>
            <a:ext cx="6858000" cy="2647778"/>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Helvetica" panose="020B0604020202020204" pitchFamily="34" charset="0"/>
            </a:endParaRPr>
          </a:p>
        </p:txBody>
      </p:sp>
      <p:grpSp>
        <p:nvGrpSpPr>
          <p:cNvPr id="55" name="Group 54">
            <a:extLst>
              <a:ext uri="{FF2B5EF4-FFF2-40B4-BE49-F238E27FC236}">
                <a16:creationId xmlns:a16="http://schemas.microsoft.com/office/drawing/2014/main" id="{BABB6A4E-AAF5-46BC-AF70-EFB826898F06}"/>
              </a:ext>
              <a:ext uri="{C183D7F6-B498-43B3-948B-1728B52AA6E4}">
                <adec:decorative xmlns:adec="http://schemas.microsoft.com/office/drawing/2017/decorative" val="1"/>
              </a:ext>
            </a:extLst>
          </p:cNvPr>
          <p:cNvGrpSpPr/>
          <p:nvPr userDrawn="1"/>
        </p:nvGrpSpPr>
        <p:grpSpPr>
          <a:xfrm>
            <a:off x="-6214" y="-1"/>
            <a:ext cx="12214827" cy="6858000"/>
            <a:chOff x="-6214" y="-1"/>
            <a:chExt cx="12214827" cy="6858000"/>
          </a:xfrm>
        </p:grpSpPr>
        <p:cxnSp>
          <p:nvCxnSpPr>
            <p:cNvPr id="56" name="Straight Connector 55">
              <a:extLst>
                <a:ext uri="{FF2B5EF4-FFF2-40B4-BE49-F238E27FC236}">
                  <a16:creationId xmlns:a16="http://schemas.microsoft.com/office/drawing/2014/main" id="{5098CE0A-07AF-475D-847B-BC2C09B11257}"/>
                </a:ext>
              </a:extLst>
            </p:cNvPr>
            <p:cNvCxnSpPr>
              <a:cxnSpLocks/>
            </p:cNvCxnSpPr>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FAF8888-5C58-4210-9B6C-8453116F89D7}"/>
                </a:ext>
              </a:extLst>
            </p:cNvPr>
            <p:cNvCxnSpPr>
              <a:cxnSpLocks/>
            </p:cNvCxnSpPr>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55DA967-527D-4EF5-BC5B-C9A4D0AE670B}"/>
                </a:ext>
              </a:extLst>
            </p:cNvPr>
            <p:cNvCxnSpPr>
              <a:cxnSpLocks/>
            </p:cNvCxnSpPr>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D4B90F1-FA63-44F8-AFBD-EAA664F2668D}"/>
                </a:ext>
              </a:extLst>
            </p:cNvPr>
            <p:cNvCxnSpPr>
              <a:cxnSpLocks/>
            </p:cNvCxnSpPr>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79BC52E-5A86-4380-BDBD-4A8C8F79F3DA}"/>
                </a:ext>
              </a:extLst>
            </p:cNvPr>
            <p:cNvCxnSpPr>
              <a:cxnSpLocks/>
            </p:cNvCxnSpPr>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518DD47-B72F-4572-8652-594CB38C7C77}"/>
                </a:ext>
              </a:extLst>
            </p:cNvPr>
            <p:cNvCxnSpPr>
              <a:cxnSpLocks/>
            </p:cNvCxnSpPr>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BB75A49-D451-4D82-A22C-FF0946E6DED9}"/>
                </a:ext>
              </a:extLst>
            </p:cNvPr>
            <p:cNvCxnSpPr>
              <a:cxnSpLocks/>
            </p:cNvCxnSpPr>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BCB1FB9-CC9B-48F2-90C3-821F3F616C17}"/>
                </a:ext>
              </a:extLst>
            </p:cNvPr>
            <p:cNvCxnSpPr>
              <a:cxnSpLocks/>
            </p:cNvCxnSpPr>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6D00A7D-DC23-4315-9EC0-B669EB491DB1}"/>
                </a:ext>
              </a:extLst>
            </p:cNvPr>
            <p:cNvCxnSpPr>
              <a:cxnSpLocks/>
            </p:cNvCxnSpPr>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E76C2DE-1D31-4289-AE7D-6C34B9BEE7E0}"/>
                </a:ext>
              </a:extLst>
            </p:cNvPr>
            <p:cNvCxnSpPr>
              <a:cxnSpLocks/>
            </p:cNvCxnSpPr>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62E9492-F409-482D-B645-10FF6AC41AF9}"/>
                </a:ext>
              </a:extLst>
            </p:cNvPr>
            <p:cNvCxnSpPr>
              <a:cxnSpLocks/>
            </p:cNvCxnSpPr>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2DC565F-0CA2-4501-8213-735FFE3DF6B3}"/>
                </a:ext>
              </a:extLst>
            </p:cNvPr>
            <p:cNvCxnSpPr>
              <a:cxnSpLocks/>
            </p:cNvCxnSpPr>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E5A3D38-7FDD-4709-88C6-590F3E5AEA78}"/>
                </a:ext>
              </a:extLst>
            </p:cNvPr>
            <p:cNvCxnSpPr>
              <a:cxnSpLocks/>
            </p:cNvCxnSpPr>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F34FB10-A2A2-42BE-89D3-59CDCDF82CEB}"/>
                </a:ext>
              </a:extLst>
            </p:cNvPr>
            <p:cNvCxnSpPr>
              <a:cxnSpLocks/>
            </p:cNvCxnSpPr>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0EB0B65-231B-4586-AB6F-5AB3DE9FAADA}"/>
                </a:ext>
              </a:extLst>
            </p:cNvPr>
            <p:cNvCxnSpPr>
              <a:cxnSpLocks/>
            </p:cNvCxnSpPr>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19DB94B-4BD3-4672-BD6B-3994D5B9CE77}"/>
                </a:ext>
              </a:extLst>
            </p:cNvPr>
            <p:cNvCxnSpPr>
              <a:cxnSpLocks/>
            </p:cNvCxnSpPr>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806E7D0-A3FD-43BC-B099-D9AD77116FD8}"/>
                </a:ext>
              </a:extLst>
            </p:cNvPr>
            <p:cNvCxnSpPr>
              <a:cxnSpLocks/>
            </p:cNvCxnSpPr>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9D3F4C0-B895-47F1-B38A-1D86C2396A92}"/>
                </a:ext>
              </a:extLst>
            </p:cNvPr>
            <p:cNvCxnSpPr>
              <a:cxnSpLocks/>
            </p:cNvCxnSpPr>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2FA5DF4-DE8F-4EF8-BC50-0BDA1ED6BA11}"/>
                </a:ext>
              </a:extLst>
            </p:cNvPr>
            <p:cNvCxnSpPr>
              <a:cxnSpLocks/>
            </p:cNvCxnSpPr>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41CF04F-8C94-4781-839F-DCABB2D7BC97}"/>
                </a:ext>
              </a:extLst>
            </p:cNvPr>
            <p:cNvCxnSpPr>
              <a:cxnSpLocks/>
            </p:cNvCxnSpPr>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08DF419-049D-4C31-BE0A-E5F9FADA5100}"/>
                </a:ext>
              </a:extLst>
            </p:cNvPr>
            <p:cNvCxnSpPr>
              <a:cxnSpLocks/>
            </p:cNvCxnSpPr>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619C9CF-0817-4920-8D58-4983252BD91C}"/>
                </a:ext>
              </a:extLst>
            </p:cNvPr>
            <p:cNvCxnSpPr>
              <a:cxnSpLocks/>
            </p:cNvCxnSpPr>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A5B031B-FA3D-4738-BB48-5143A29B8002}"/>
                </a:ext>
              </a:extLst>
            </p:cNvPr>
            <p:cNvCxnSpPr>
              <a:cxnSpLocks/>
            </p:cNvCxnSpPr>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4D8098E-5CEA-4903-A146-23D553F698E1}"/>
                </a:ext>
              </a:extLst>
            </p:cNvPr>
            <p:cNvCxnSpPr>
              <a:cxnSpLocks/>
            </p:cNvCxnSpPr>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A900A38-58AC-40D4-896C-5B66E9712355}"/>
                </a:ext>
              </a:extLst>
            </p:cNvPr>
            <p:cNvCxnSpPr>
              <a:cxnSpLocks/>
            </p:cNvCxnSpPr>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3E623E7-180E-4DB5-91B3-48CE8414D8BA}"/>
                </a:ext>
              </a:extLst>
            </p:cNvPr>
            <p:cNvCxnSpPr>
              <a:cxnSpLocks/>
            </p:cNvCxnSpPr>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C3F2957-4A6D-4C53-A2BC-0ED300AE530D}"/>
                </a:ext>
              </a:extLst>
            </p:cNvPr>
            <p:cNvCxnSpPr>
              <a:cxnSpLocks/>
            </p:cNvCxnSpPr>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9A34577-91E4-43A1-965D-0E340D1398EA}"/>
                </a:ext>
              </a:extLst>
            </p:cNvPr>
            <p:cNvCxnSpPr>
              <a:cxnSpLocks/>
            </p:cNvCxnSpPr>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7E108E-58D2-4FB5-AFA0-27A86DA9630B}"/>
                </a:ext>
              </a:extLst>
            </p:cNvPr>
            <p:cNvCxnSpPr>
              <a:cxnSpLocks/>
            </p:cNvCxnSpPr>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8B22350-AB76-4020-9872-4E63DFBF96A3}"/>
              </a:ext>
            </a:extLst>
          </p:cNvPr>
          <p:cNvSpPr>
            <a:spLocks noGrp="1"/>
          </p:cNvSpPr>
          <p:nvPr>
            <p:ph type="title" hasCustomPrompt="1"/>
          </p:nvPr>
        </p:nvSpPr>
        <p:spPr>
          <a:xfrm>
            <a:off x="444604" y="689389"/>
            <a:ext cx="5465225" cy="2637455"/>
          </a:xfrm>
          <a:prstGeom prst="rect">
            <a:avLst/>
          </a:prstGeom>
        </p:spPr>
        <p:txBody>
          <a:bodyPr anchor="b"/>
          <a:lstStyle>
            <a:lvl1pPr>
              <a:defRPr>
                <a:solidFill>
                  <a:schemeClr val="tx2"/>
                </a:solidFill>
                <a:latin typeface="Helvetica" panose="020B0604020202020204" pitchFamily="34" charset="0"/>
              </a:defRPr>
            </a:lvl1pPr>
          </a:lstStyle>
          <a:p>
            <a:r>
              <a:rPr lang="en-US" dirty="0"/>
              <a:t>Click to add title</a:t>
            </a:r>
          </a:p>
        </p:txBody>
      </p:sp>
      <p:sp>
        <p:nvSpPr>
          <p:cNvPr id="86" name="Subtitle 2">
            <a:extLst>
              <a:ext uri="{FF2B5EF4-FFF2-40B4-BE49-F238E27FC236}">
                <a16:creationId xmlns:a16="http://schemas.microsoft.com/office/drawing/2014/main" id="{89A872D6-4D76-4CD1-9873-C29D72DFD68D}"/>
              </a:ext>
            </a:extLst>
          </p:cNvPr>
          <p:cNvSpPr>
            <a:spLocks noGrp="1"/>
          </p:cNvSpPr>
          <p:nvPr>
            <p:ph type="subTitle" idx="1"/>
          </p:nvPr>
        </p:nvSpPr>
        <p:spPr>
          <a:xfrm>
            <a:off x="453142" y="3602038"/>
            <a:ext cx="5414255" cy="1560594"/>
          </a:xfrm>
          <a:prstGeom prst="rect">
            <a:avLst/>
          </a:prstGeom>
        </p:spPr>
        <p:txBody>
          <a:bodyPr/>
          <a:lstStyle>
            <a:lvl1pPr marL="0" indent="0">
              <a:lnSpc>
                <a:spcPct val="100000"/>
              </a:lnSpc>
              <a:buNone/>
              <a:defRPr sz="1800">
                <a:solidFill>
                  <a:schemeClr val="tx2"/>
                </a:solidFill>
                <a:latin typeface="Helvetica" panose="020B0604020202020204" pitchFamily="34" charset="0"/>
              </a:defRPr>
            </a:lvl1pPr>
          </a:lstStyle>
          <a:p>
            <a:pPr algn="l">
              <a:lnSpc>
                <a:spcPct val="110000"/>
              </a:lnSpc>
            </a:pPr>
            <a:r>
              <a:rPr lang="en-US" dirty="0">
                <a:solidFill>
                  <a:schemeClr val="tx2">
                    <a:alpha val="80000"/>
                  </a:schemeClr>
                </a:solidFill>
              </a:rPr>
              <a:t>Click to edit Master subtitle style</a:t>
            </a:r>
          </a:p>
        </p:txBody>
      </p:sp>
      <p:sp>
        <p:nvSpPr>
          <p:cNvPr id="91" name="Date Placeholder 3">
            <a:extLst>
              <a:ext uri="{FF2B5EF4-FFF2-40B4-BE49-F238E27FC236}">
                <a16:creationId xmlns:a16="http://schemas.microsoft.com/office/drawing/2014/main" id="{4986AE78-551F-477B-AF47-E26167A61C65}"/>
              </a:ext>
            </a:extLst>
          </p:cNvPr>
          <p:cNvSpPr>
            <a:spLocks noGrp="1"/>
          </p:cNvSpPr>
          <p:nvPr>
            <p:ph type="dt" sz="half" idx="10"/>
          </p:nvPr>
        </p:nvSpPr>
        <p:spPr>
          <a:xfrm>
            <a:off x="457200" y="6324600"/>
            <a:ext cx="2560220" cy="365125"/>
          </a:xfrm>
          <a:prstGeom prst="rect">
            <a:avLst/>
          </a:prstGeom>
        </p:spPr>
        <p:txBody>
          <a:bodyPr anchor="ctr"/>
          <a:lstStyle>
            <a:lvl1pPr>
              <a:defRPr sz="900" spc="150" baseline="0">
                <a:solidFill>
                  <a:schemeClr val="tx1"/>
                </a:solidFill>
                <a:latin typeface="Helvetica" panose="020B0604020202020204" pitchFamily="34" charset="0"/>
              </a:defRPr>
            </a:lvl1pPr>
          </a:lstStyle>
          <a:p>
            <a:r>
              <a:rPr lang="en-US" dirty="0"/>
              <a:t>2/2/20XX</a:t>
            </a:r>
          </a:p>
        </p:txBody>
      </p:sp>
      <p:sp>
        <p:nvSpPr>
          <p:cNvPr id="47" name="Picture Placeholder 4">
            <a:extLst>
              <a:ext uri="{FF2B5EF4-FFF2-40B4-BE49-F238E27FC236}">
                <a16:creationId xmlns:a16="http://schemas.microsoft.com/office/drawing/2014/main" id="{5C9DFB21-140A-4BCA-8D67-8581312FE9D8}"/>
              </a:ext>
            </a:extLst>
          </p:cNvPr>
          <p:cNvSpPr>
            <a:spLocks noGrp="1"/>
          </p:cNvSpPr>
          <p:nvPr>
            <p:ph type="pic" sz="quarter" idx="15" hasCustomPrompt="1"/>
          </p:nvPr>
        </p:nvSpPr>
        <p:spPr>
          <a:xfrm>
            <a:off x="5996630" y="443884"/>
            <a:ext cx="5909831" cy="5879389"/>
          </a:xfrm>
          <a:prstGeom prst="ellipse">
            <a:avLst/>
          </a:prstGeom>
        </p:spPr>
        <p:txBody>
          <a:bodyPr anchor="ctr"/>
          <a:lstStyle>
            <a:lvl1pPr marL="0" indent="0" algn="ctr">
              <a:buNone/>
              <a:defRPr sz="2000">
                <a:solidFill>
                  <a:schemeClr val="tx1"/>
                </a:solidFill>
                <a:latin typeface="Helvetica" panose="020B0604020202020204" pitchFamily="34" charset="0"/>
              </a:defRPr>
            </a:lvl1pPr>
          </a:lstStyle>
          <a:p>
            <a:r>
              <a:rPr lang="en-US" dirty="0"/>
              <a:t>Click to add photo</a:t>
            </a:r>
          </a:p>
        </p:txBody>
      </p:sp>
      <p:sp>
        <p:nvSpPr>
          <p:cNvPr id="92" name="Footer Placeholder 4">
            <a:extLst>
              <a:ext uri="{FF2B5EF4-FFF2-40B4-BE49-F238E27FC236}">
                <a16:creationId xmlns:a16="http://schemas.microsoft.com/office/drawing/2014/main" id="{19C3F2E1-5471-4835-8A24-5F00674FDEFA}"/>
              </a:ext>
            </a:extLst>
          </p:cNvPr>
          <p:cNvSpPr>
            <a:spLocks noGrp="1"/>
          </p:cNvSpPr>
          <p:nvPr>
            <p:ph type="ftr" sz="quarter" idx="11"/>
          </p:nvPr>
        </p:nvSpPr>
        <p:spPr>
          <a:xfrm>
            <a:off x="4200861" y="6319838"/>
            <a:ext cx="3982781"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r>
              <a:rPr lang="en-US" dirty="0"/>
              <a:t>PRESENTATION TITLE</a:t>
            </a:r>
          </a:p>
        </p:txBody>
      </p:sp>
      <p:sp>
        <p:nvSpPr>
          <p:cNvPr id="93" name="Slide Number Placeholder 5">
            <a:extLst>
              <a:ext uri="{FF2B5EF4-FFF2-40B4-BE49-F238E27FC236}">
                <a16:creationId xmlns:a16="http://schemas.microsoft.com/office/drawing/2014/main" id="{24B165E2-B012-4272-BBB2-66D70B29AEDC}"/>
              </a:ext>
            </a:extLst>
          </p:cNvPr>
          <p:cNvSpPr>
            <a:spLocks noGrp="1"/>
          </p:cNvSpPr>
          <p:nvPr>
            <p:ph type="sldNum" sz="quarter" idx="12"/>
          </p:nvPr>
        </p:nvSpPr>
        <p:spPr>
          <a:xfrm>
            <a:off x="11190806" y="6324600"/>
            <a:ext cx="799078" cy="365125"/>
          </a:xfrm>
          <a:prstGeom prst="rect">
            <a:avLst/>
          </a:prstGeom>
        </p:spPr>
        <p:txBody>
          <a:bodyPr anchor="ctr"/>
          <a:lstStyle>
            <a:lvl1pPr algn="ctr">
              <a:defRPr sz="900" spc="150" baseline="0">
                <a:solidFill>
                  <a:schemeClr val="tx1"/>
                </a:solidFill>
                <a:latin typeface="Helvetica" panose="020B0604020202020204" pitchFamily="34" charset="0"/>
              </a:defRPr>
            </a:lvl1pPr>
          </a:lstStyle>
          <a:p>
            <a:fld id="{11A71338-8BA2-4C79-A6C5-5A8E30081D0C}" type="slidenum">
              <a:rPr lang="en-US" smtClean="0"/>
              <a:pPr/>
              <a:t>‹#›</a:t>
            </a:fld>
            <a:endParaRPr lang="en-US" dirty="0"/>
          </a:p>
        </p:txBody>
      </p:sp>
    </p:spTree>
    <p:extLst>
      <p:ext uri="{BB962C8B-B14F-4D97-AF65-F5344CB8AC3E}">
        <p14:creationId xmlns:p14="http://schemas.microsoft.com/office/powerpoint/2010/main" val="1610060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7530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805" r:id="rId12"/>
  </p:sldLayoutIdLst>
  <p:hf hdr="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53.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E237725B-2565-4774-93C0-E26EF713BE6C}"/>
              </a:ext>
            </a:extLst>
          </p:cNvPr>
          <p:cNvSpPr>
            <a:spLocks noGrp="1"/>
          </p:cNvSpPr>
          <p:nvPr>
            <p:ph type="title"/>
          </p:nvPr>
        </p:nvSpPr>
        <p:spPr>
          <a:xfrm>
            <a:off x="0" y="3672869"/>
            <a:ext cx="12191998" cy="3200134"/>
          </a:xfrm>
        </p:spPr>
        <p:txBody>
          <a:bodyPr/>
          <a:lstStyle/>
          <a:p>
            <a:pPr algn="ctr"/>
            <a:r>
              <a:rPr lang="en-US" dirty="0"/>
              <a:t>NONPARAMETRIC METHODS</a:t>
            </a:r>
            <a:br>
              <a:rPr lang="en-US" dirty="0"/>
            </a:br>
            <a:r>
              <a:rPr lang="en-US" dirty="0"/>
              <a:t>PHI THAM SỐ</a:t>
            </a:r>
          </a:p>
        </p:txBody>
      </p:sp>
      <p:pic>
        <p:nvPicPr>
          <p:cNvPr id="6" name="Picture Placeholder 5" descr="Blackboard Maths">
            <a:extLst>
              <a:ext uri="{FF2B5EF4-FFF2-40B4-BE49-F238E27FC236}">
                <a16:creationId xmlns:a16="http://schemas.microsoft.com/office/drawing/2014/main" id="{245D2E4A-CD89-4167-BA54-B68EF9CCBC5E}"/>
              </a:ext>
            </a:extLst>
          </p:cNvPr>
          <p:cNvPicPr>
            <a:picLocks noGrp="1" noChangeAspect="1"/>
          </p:cNvPicPr>
          <p:nvPr>
            <p:ph type="pic" sz="quarter" idx="13"/>
          </p:nvPr>
        </p:nvPicPr>
        <p:blipFill rotWithShape="1">
          <a:blip r:embed="rId2"/>
          <a:srcRect t="24277" b="24277"/>
          <a:stretch/>
        </p:blipFill>
        <p:spPr/>
      </p:pic>
    </p:spTree>
    <p:extLst>
      <p:ext uri="{BB962C8B-B14F-4D97-AF65-F5344CB8AC3E}">
        <p14:creationId xmlns:p14="http://schemas.microsoft.com/office/powerpoint/2010/main" val="3777867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lstStyle/>
          <a:p>
            <a:r>
              <a:rPr lang="en-US" dirty="0">
                <a:solidFill>
                  <a:schemeClr val="bg1"/>
                </a:solidFill>
              </a:rPr>
              <a:t>NONPARAMETRIC METHODS</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2</a:t>
            </a:fld>
            <a:endParaRPr lang="en-US" dirty="0">
              <a:cs typeface="Helvetica" panose="020B0604020202020204" pitchFamily="34" charset="0"/>
            </a:endParaRPr>
          </a:p>
        </p:txBody>
      </p:sp>
      <p:sp>
        <p:nvSpPr>
          <p:cNvPr id="19" name="TextBox 18">
            <a:extLst>
              <a:ext uri="{FF2B5EF4-FFF2-40B4-BE49-F238E27FC236}">
                <a16:creationId xmlns:a16="http://schemas.microsoft.com/office/drawing/2014/main" id="{3AB25E76-35D1-4C3B-B6AA-CDF8C2202150}"/>
              </a:ext>
            </a:extLst>
          </p:cNvPr>
          <p:cNvSpPr txBox="1"/>
          <p:nvPr/>
        </p:nvSpPr>
        <p:spPr>
          <a:xfrm>
            <a:off x="769344" y="1378215"/>
            <a:ext cx="11220540" cy="1323439"/>
          </a:xfrm>
          <a:prstGeom prst="rect">
            <a:avLst/>
          </a:prstGeom>
          <a:noFill/>
        </p:spPr>
        <p:txBody>
          <a:bodyPr wrap="square" rtlCol="0">
            <a:spAutoFit/>
          </a:bodyPr>
          <a:lstStyle/>
          <a:p>
            <a:pPr algn="just"/>
            <a:r>
              <a:rPr lang="vi-VN" sz="1600" b="1" dirty="0">
                <a:latin typeface="Helvetica" panose="020B0604020202020204" pitchFamily="34" charset="0"/>
                <a:cs typeface="Helvetica" panose="020B0604020202020204" pitchFamily="34" charset="0"/>
              </a:rPr>
              <a:t>Định nghĩa:</a:t>
            </a:r>
          </a:p>
          <a:p>
            <a:pPr marL="285750" indent="-285750" algn="just">
              <a:buFont typeface="Arial" panose="020B0604020202020204" pitchFamily="34" charset="0"/>
              <a:buChar char="•"/>
            </a:pPr>
            <a:r>
              <a:rPr lang="vi-VN" sz="1600" dirty="0">
                <a:latin typeface="Helvetica" panose="020B0604020202020204" pitchFamily="34" charset="0"/>
                <a:cs typeface="Helvetica" panose="020B0604020202020204" pitchFamily="34" charset="0"/>
              </a:rPr>
              <a:t>Kiểm định phi tham số (Nonparametric Tests) được sử dụng trong những trường hợp dữ liệu không có phân phối chuẩn, hoặc cho các mẫu nhỏ có ít đối tượng. </a:t>
            </a:r>
          </a:p>
          <a:p>
            <a:pPr marL="285750" indent="-285750" algn="just">
              <a:buFont typeface="Arial" panose="020B0604020202020204" pitchFamily="34" charset="0"/>
              <a:buChar char="•"/>
            </a:pPr>
            <a:r>
              <a:rPr lang="vi-VN" sz="1600" dirty="0">
                <a:latin typeface="Helvetica" panose="020B0604020202020204" pitchFamily="34" charset="0"/>
                <a:cs typeface="Helvetica" panose="020B0604020202020204" pitchFamily="34" charset="0"/>
              </a:rPr>
              <a:t>Kiểm định phi tham số cũng được dùng cho các dữ liệu định danh (nominal), dữ liệu thứ bậc (ordinal) hoặc dữ liệu khoảng cách (interval) không có phân phối chuẩn.</a:t>
            </a:r>
          </a:p>
        </p:txBody>
      </p:sp>
      <p:pic>
        <p:nvPicPr>
          <p:cNvPr id="1026" name="Picture 2" descr="Non-Parametric Inferential Statistics: Definition &amp; Examples - Video &amp;  Lesson Transcript | Study.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3642" y="2790990"/>
            <a:ext cx="3806242" cy="32233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2" name="Rectangle: Rounded Corners 9">
            <a:extLst>
              <a:ext uri="{FF2B5EF4-FFF2-40B4-BE49-F238E27FC236}">
                <a16:creationId xmlns:a16="http://schemas.microsoft.com/office/drawing/2014/main" id="{5DBAD96F-F502-41CB-A5E2-E49E2B0CDCE0}"/>
              </a:ext>
            </a:extLst>
          </p:cNvPr>
          <p:cNvSpPr/>
          <p:nvPr/>
        </p:nvSpPr>
        <p:spPr>
          <a:xfrm>
            <a:off x="539883" y="2795752"/>
            <a:ext cx="7321956" cy="1559272"/>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vi-VN" b="1" dirty="0">
                <a:solidFill>
                  <a:schemeClr val="tx1"/>
                </a:solidFill>
                <a:latin typeface="Helvetica" panose="020B0604020202020204" pitchFamily="34" charset="0"/>
                <a:cs typeface="Helvetica" panose="020B0604020202020204" pitchFamily="34" charset="0"/>
              </a:rPr>
              <a:t>Ưu điểm:</a:t>
            </a:r>
          </a:p>
          <a:p>
            <a:pPr marL="285750" indent="-285750" algn="just">
              <a:buFont typeface="Arial" panose="020B0604020202020204" pitchFamily="34" charset="0"/>
              <a:buChar char="•"/>
            </a:pPr>
            <a:r>
              <a:rPr lang="vi-VN" dirty="0">
                <a:solidFill>
                  <a:schemeClr val="bg1"/>
                </a:solidFill>
                <a:latin typeface="Helvetica" panose="020B0604020202020204" pitchFamily="34" charset="0"/>
                <a:cs typeface="Helvetica" panose="020B0604020202020204" pitchFamily="34" charset="0"/>
              </a:rPr>
              <a:t>Không đòi hỏi nhiều điều kiện với dữ liệu (không cần giả thiết phân phối chuẩn, không dùng tham số của tổng thể...)</a:t>
            </a:r>
          </a:p>
          <a:p>
            <a:pPr marL="285750" indent="-285750" algn="just">
              <a:buFont typeface="Arial" panose="020B0604020202020204" pitchFamily="34" charset="0"/>
              <a:buChar char="•"/>
            </a:pPr>
            <a:r>
              <a:rPr lang="vi-VN" dirty="0">
                <a:solidFill>
                  <a:schemeClr val="bg1"/>
                </a:solidFill>
                <a:latin typeface="Helvetica" panose="020B0604020202020204" pitchFamily="34" charset="0"/>
                <a:cs typeface="Helvetica" panose="020B0604020202020204" pitchFamily="34" charset="0"/>
              </a:rPr>
              <a:t>Dùng được cho nhiều loại biến </a:t>
            </a:r>
          </a:p>
          <a:p>
            <a:pPr marL="285750" indent="-285750" algn="just">
              <a:buFont typeface="Arial" panose="020B0604020202020204" pitchFamily="34" charset="0"/>
              <a:buChar char="•"/>
            </a:pPr>
            <a:r>
              <a:rPr lang="vi-VN" dirty="0">
                <a:solidFill>
                  <a:schemeClr val="bg1"/>
                </a:solidFill>
                <a:latin typeface="Helvetica" panose="020B0604020202020204" pitchFamily="34" charset="0"/>
                <a:cs typeface="Helvetica" panose="020B0604020202020204" pitchFamily="34" charset="0"/>
              </a:rPr>
              <a:t>Việc tính các thống kê phi tham số thường đơn giản dễ tính.</a:t>
            </a:r>
          </a:p>
        </p:txBody>
      </p:sp>
      <p:sp>
        <p:nvSpPr>
          <p:cNvPr id="13" name="Rectangle: Rounded Corners 9">
            <a:extLst>
              <a:ext uri="{FF2B5EF4-FFF2-40B4-BE49-F238E27FC236}">
                <a16:creationId xmlns:a16="http://schemas.microsoft.com/office/drawing/2014/main" id="{68271ECA-EDC1-4EB5-82C1-8EC36A8122DB}"/>
              </a:ext>
            </a:extLst>
          </p:cNvPr>
          <p:cNvSpPr/>
          <p:nvPr/>
        </p:nvSpPr>
        <p:spPr>
          <a:xfrm>
            <a:off x="539883" y="4488318"/>
            <a:ext cx="7321956" cy="183152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err="1">
                <a:solidFill>
                  <a:schemeClr val="tx1"/>
                </a:solidFill>
                <a:latin typeface="Helvetica" panose="020B0604020202020204" pitchFamily="34" charset="0"/>
                <a:cs typeface="Helvetica" panose="020B0604020202020204" pitchFamily="34" charset="0"/>
              </a:rPr>
              <a:t>Nhược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điểm</a:t>
            </a:r>
            <a:r>
              <a:rPr lang="en-US" b="1" dirty="0">
                <a:solidFill>
                  <a:schemeClr val="tx1"/>
                </a:solidFill>
                <a:latin typeface="Helvetica" panose="020B0604020202020204" pitchFamily="34" charset="0"/>
                <a:cs typeface="Helvetica" panose="020B0604020202020204" pitchFamily="34" charset="0"/>
              </a:rPr>
              <a:t>:</a:t>
            </a:r>
          </a:p>
          <a:p>
            <a:pPr marL="285750" indent="-285750" algn="just">
              <a:buFont typeface="Arial" panose="020B0604020202020204" pitchFamily="34" charset="0"/>
              <a:buChar char="•"/>
            </a:pPr>
            <a:r>
              <a:rPr lang="vi-VN" dirty="0">
                <a:solidFill>
                  <a:schemeClr val="tx1"/>
                </a:solidFill>
                <a:latin typeface="Helvetica" panose="020B0604020202020204" pitchFamily="34" charset="0"/>
                <a:cs typeface="Helvetica" panose="020B0604020202020204" pitchFamily="34" charset="0"/>
              </a:rPr>
              <a:t>Chuyển sang thứ hạng nên mất nhiều thông tin về bản chất dữ liệu do đó nếu gặp biến định lượng và phân phối chuẩn thì thống kê phi tham số không mạnh bằng thống kê tham số</a:t>
            </a:r>
          </a:p>
          <a:p>
            <a:pPr marL="285750" indent="-285750" algn="just">
              <a:buFont typeface="Arial" panose="020B0604020202020204" pitchFamily="34" charset="0"/>
              <a:buChar char="•"/>
            </a:pPr>
            <a:r>
              <a:rPr lang="vi-VN" dirty="0">
                <a:solidFill>
                  <a:schemeClr val="tx1"/>
                </a:solidFill>
                <a:latin typeface="Helvetica" panose="020B0604020202020204" pitchFamily="34" charset="0"/>
                <a:cs typeface="Helvetica" panose="020B0604020202020204" pitchFamily="34" charset="0"/>
              </a:rPr>
              <a:t>Không có nhiều kết luận đi sâu về mặt định lượng hoặc nếu có thì việc tính toán tương đối khó</a:t>
            </a:r>
            <a:endParaRPr lang="en-US" dirty="0">
              <a:solidFill>
                <a:schemeClr val="tx1"/>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235933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lstStyle/>
          <a:p>
            <a:r>
              <a:rPr lang="en-US" dirty="0">
                <a:solidFill>
                  <a:schemeClr val="bg1"/>
                </a:solidFill>
              </a:rPr>
              <a:t>1. SIGN TEST – </a:t>
            </a:r>
            <a:r>
              <a:rPr lang="en-US" dirty="0" err="1">
                <a:solidFill>
                  <a:schemeClr val="bg1"/>
                </a:solidFill>
              </a:rPr>
              <a:t>Kiểm</a:t>
            </a:r>
            <a:r>
              <a:rPr lang="en-US" dirty="0">
                <a:solidFill>
                  <a:schemeClr val="bg1"/>
                </a:solidFill>
              </a:rPr>
              <a:t> </a:t>
            </a:r>
            <a:r>
              <a:rPr lang="en-US" dirty="0" err="1">
                <a:solidFill>
                  <a:schemeClr val="bg1"/>
                </a:solidFill>
              </a:rPr>
              <a:t>định</a:t>
            </a:r>
            <a:r>
              <a:rPr lang="en-US" dirty="0">
                <a:solidFill>
                  <a:schemeClr val="bg1"/>
                </a:solidFill>
              </a:rPr>
              <a:t> </a:t>
            </a:r>
            <a:r>
              <a:rPr lang="en-US" dirty="0" err="1">
                <a:solidFill>
                  <a:schemeClr val="bg1"/>
                </a:solidFill>
              </a:rPr>
              <a:t>dấu</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3</a:t>
            </a:fld>
            <a:endParaRPr lang="en-US" dirty="0">
              <a:cs typeface="Helvetica" panose="020B0604020202020204" pitchFamily="34" charset="0"/>
            </a:endParaRPr>
          </a:p>
        </p:txBody>
      </p:sp>
      <p:pic>
        <p:nvPicPr>
          <p:cNvPr id="17" name="Content Placeholder 3">
            <a:extLst>
              <a:ext uri="{FF2B5EF4-FFF2-40B4-BE49-F238E27FC236}">
                <a16:creationId xmlns:a16="http://schemas.microsoft.com/office/drawing/2014/main" id="{3BDFAA72-3025-409E-81F2-0C0D15B5471A}"/>
              </a:ext>
            </a:extLst>
          </p:cNvPr>
          <p:cNvPicPr>
            <a:picLocks noChangeAspect="1"/>
          </p:cNvPicPr>
          <p:nvPr/>
        </p:nvPicPr>
        <p:blipFill>
          <a:blip r:embed="rId3"/>
          <a:stretch>
            <a:fillRect/>
          </a:stretch>
        </p:blipFill>
        <p:spPr>
          <a:xfrm>
            <a:off x="742950" y="3637021"/>
            <a:ext cx="4778126" cy="2251571"/>
          </a:xfrm>
          <a:prstGeom prst="rect">
            <a:avLst/>
          </a:prstGeom>
        </p:spPr>
      </p:pic>
      <p:pic>
        <p:nvPicPr>
          <p:cNvPr id="18" name="Picture 17">
            <a:extLst>
              <a:ext uri="{FF2B5EF4-FFF2-40B4-BE49-F238E27FC236}">
                <a16:creationId xmlns:a16="http://schemas.microsoft.com/office/drawing/2014/main" id="{5F9C04AF-808B-4622-80CA-2006D3103991}"/>
              </a:ext>
            </a:extLst>
          </p:cNvPr>
          <p:cNvPicPr>
            <a:picLocks noChangeAspect="1"/>
          </p:cNvPicPr>
          <p:nvPr/>
        </p:nvPicPr>
        <p:blipFill>
          <a:blip r:embed="rId4"/>
          <a:stretch>
            <a:fillRect/>
          </a:stretch>
        </p:blipFill>
        <p:spPr>
          <a:xfrm>
            <a:off x="6569749" y="3580036"/>
            <a:ext cx="4429125" cy="2308557"/>
          </a:xfrm>
          <a:prstGeom prst="rect">
            <a:avLst/>
          </a:prstGeom>
        </p:spPr>
      </p:pic>
      <p:sp>
        <p:nvSpPr>
          <p:cNvPr id="20" name="TextBox 19">
            <a:extLst>
              <a:ext uri="{FF2B5EF4-FFF2-40B4-BE49-F238E27FC236}">
                <a16:creationId xmlns:a16="http://schemas.microsoft.com/office/drawing/2014/main" id="{51610737-9462-4112-8F76-F6875EAE136E}"/>
              </a:ext>
            </a:extLst>
          </p:cNvPr>
          <p:cNvSpPr txBox="1"/>
          <p:nvPr/>
        </p:nvSpPr>
        <p:spPr>
          <a:xfrm>
            <a:off x="1059776" y="5893521"/>
            <a:ext cx="4694740" cy="369332"/>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Hình</a:t>
            </a:r>
            <a:r>
              <a:rPr lang="en-US" dirty="0">
                <a:latin typeface="Helvetica" panose="020B0604020202020204" pitchFamily="34" charset="0"/>
                <a:cs typeface="Helvetica" panose="020B0604020202020204" pitchFamily="34" charset="0"/>
              </a:rPr>
              <a:t> 1.1: </a:t>
            </a:r>
            <a:r>
              <a:rPr lang="en-US" dirty="0" err="1">
                <a:latin typeface="Helvetica" panose="020B0604020202020204" pitchFamily="34" charset="0"/>
                <a:cs typeface="Helvetica" panose="020B0604020202020204" pitchFamily="34" charset="0"/>
              </a:rPr>
              <a:t>Dữ</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dạng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duôi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dài</a:t>
            </a:r>
            <a:endParaRPr lang="en-US" dirty="0">
              <a:latin typeface="Helvetica" panose="020B0604020202020204" pitchFamily="34" charset="0"/>
              <a:cs typeface="Helvetica" panose="020B0604020202020204" pitchFamily="34" charset="0"/>
            </a:endParaRPr>
          </a:p>
        </p:txBody>
      </p:sp>
      <p:sp>
        <p:nvSpPr>
          <p:cNvPr id="21" name="TextBox 20">
            <a:extLst>
              <a:ext uri="{FF2B5EF4-FFF2-40B4-BE49-F238E27FC236}">
                <a16:creationId xmlns:a16="http://schemas.microsoft.com/office/drawing/2014/main" id="{310C20F0-D995-4B74-ABEE-452D014732DA}"/>
              </a:ext>
            </a:extLst>
          </p:cNvPr>
          <p:cNvSpPr txBox="1"/>
          <p:nvPr/>
        </p:nvSpPr>
        <p:spPr>
          <a:xfrm>
            <a:off x="6873733" y="5888594"/>
            <a:ext cx="4258491" cy="369332"/>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Hình</a:t>
            </a:r>
            <a:r>
              <a:rPr lang="en-US" dirty="0">
                <a:latin typeface="Helvetica" panose="020B0604020202020204" pitchFamily="34" charset="0"/>
                <a:cs typeface="Helvetica" panose="020B0604020202020204" pitchFamily="34" charset="0"/>
              </a:rPr>
              <a:t> 1.2: </a:t>
            </a:r>
            <a:r>
              <a:rPr lang="en-US" dirty="0" err="1">
                <a:latin typeface="Helvetica" panose="020B0604020202020204" pitchFamily="34" charset="0"/>
                <a:cs typeface="Helvetica" panose="020B0604020202020204" pitchFamily="34" charset="0"/>
              </a:rPr>
              <a:t>Dữ</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bị</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lệch</a:t>
            </a:r>
            <a:endParaRPr lang="en-US" dirty="0">
              <a:latin typeface="Helvetica" panose="020B0604020202020204" pitchFamily="34" charset="0"/>
              <a:cs typeface="Helvetica" panose="020B0604020202020204" pitchFamily="34" charset="0"/>
            </a:endParaRPr>
          </a:p>
        </p:txBody>
      </p:sp>
      <p:sp>
        <p:nvSpPr>
          <p:cNvPr id="10" name="TextBox 9">
            <a:extLst>
              <a:ext uri="{FF2B5EF4-FFF2-40B4-BE49-F238E27FC236}">
                <a16:creationId xmlns:a16="http://schemas.microsoft.com/office/drawing/2014/main" id="{5DA1CD5C-5327-45F6-83E4-BF4D2D4A7664}"/>
              </a:ext>
            </a:extLst>
          </p:cNvPr>
          <p:cNvSpPr txBox="1"/>
          <p:nvPr/>
        </p:nvSpPr>
        <p:spPr>
          <a:xfrm>
            <a:off x="742950" y="1271713"/>
            <a:ext cx="11246934" cy="2308324"/>
          </a:xfrm>
          <a:prstGeom prst="rect">
            <a:avLst/>
          </a:prstGeom>
          <a:noFill/>
        </p:spPr>
        <p:txBody>
          <a:bodyPr wrap="square" rtlCol="0">
            <a:spAutoFit/>
          </a:bodyPr>
          <a:lstStyle/>
          <a:p>
            <a:pPr algn="just"/>
            <a:r>
              <a:rPr lang="vi-VN" sz="1600" b="1" dirty="0">
                <a:latin typeface="Helvetica" panose="020B0604020202020204" pitchFamily="34" charset="0"/>
                <a:cs typeface="Helvetica" panose="020B0604020202020204" pitchFamily="34" charset="0"/>
              </a:rPr>
              <a:t>Định nghĩa:</a:t>
            </a:r>
          </a:p>
          <a:p>
            <a:pPr marL="285750" indent="-285750" algn="just">
              <a:buFont typeface="Arial" panose="020B0604020202020204" pitchFamily="34" charset="0"/>
              <a:buChar char="•"/>
            </a:pPr>
            <a:r>
              <a:rPr lang="en-US" sz="1600" dirty="0" err="1">
                <a:latin typeface="Helvetica" panose="020B0604020202020204" pitchFamily="34" charset="0"/>
                <a:cs typeface="Helvetica" panose="020B0604020202020204" pitchFamily="34" charset="0"/>
              </a:rPr>
              <a:t>Là</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thủ</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tục</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đơn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giản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nhất</a:t>
            </a:r>
            <a:r>
              <a:rPr lang="en-US"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được</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sử</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dụng</a:t>
            </a:r>
            <a:r>
              <a:rPr lang="vi-VN"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để</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kiểm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tra</a:t>
            </a:r>
            <a:r>
              <a:rPr lang="vi-VN" sz="1600" dirty="0">
                <a:latin typeface="Helvetica" panose="020B0604020202020204" pitchFamily="34" charset="0"/>
                <a:cs typeface="Helvetica" panose="020B0604020202020204" pitchFamily="34" charset="0"/>
              </a:rPr>
              <a:t> 2 </a:t>
            </a:r>
            <a:r>
              <a:rPr lang="vi-VN" sz="1600" dirty="0" err="1">
                <a:latin typeface="Helvetica" panose="020B0604020202020204" pitchFamily="34" charset="0"/>
                <a:cs typeface="Helvetica" panose="020B0604020202020204" pitchFamily="34" charset="0"/>
              </a:rPr>
              <a:t>mẫu</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có</a:t>
            </a:r>
            <a:r>
              <a:rPr lang="vi-VN" sz="1600" dirty="0">
                <a:latin typeface="Helvetica" panose="020B0604020202020204" pitchFamily="34" charset="0"/>
                <a:cs typeface="Helvetica" panose="020B0604020202020204" pitchFamily="34" charset="0"/>
              </a:rPr>
              <a:t> liên </a:t>
            </a:r>
            <a:r>
              <a:rPr lang="vi-VN" sz="1600" dirty="0" err="1">
                <a:latin typeface="Helvetica" panose="020B0604020202020204" pitchFamily="34" charset="0"/>
                <a:cs typeface="Helvetica" panose="020B0604020202020204" pitchFamily="34" charset="0"/>
              </a:rPr>
              <a:t>hệ</a:t>
            </a:r>
            <a:r>
              <a:rPr lang="en-US" sz="1600" dirty="0">
                <a:latin typeface="Helvetica" panose="020B0604020202020204" pitchFamily="34" charset="0"/>
                <a:cs typeface="Helvetica" panose="020B0604020202020204" pitchFamily="34" charset="0"/>
              </a:rPr>
              <a:t>/</a:t>
            </a:r>
            <a:r>
              <a:rPr lang="en-US" sz="1600" dirty="0" err="1">
                <a:latin typeface="Helvetica" panose="020B0604020202020204" pitchFamily="34" charset="0"/>
                <a:cs typeface="Helvetica" panose="020B0604020202020204" pitchFamily="34" charset="0"/>
              </a:rPr>
              <a:t>kích</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thước</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giống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nhau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không</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ví</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dụ</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lượng</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ferritin</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máu</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trước</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và</a:t>
            </a:r>
            <a:r>
              <a:rPr lang="vi-VN" sz="1600" dirty="0">
                <a:latin typeface="Helvetica" panose="020B0604020202020204" pitchFamily="34" charset="0"/>
                <a:cs typeface="Helvetica" panose="020B0604020202020204" pitchFamily="34" charset="0"/>
              </a:rPr>
              <a:t> sau khi </a:t>
            </a:r>
            <a:r>
              <a:rPr lang="vi-VN" sz="1600" dirty="0" err="1">
                <a:latin typeface="Helvetica" panose="020B0604020202020204" pitchFamily="34" charset="0"/>
                <a:cs typeface="Helvetica" panose="020B0604020202020204" pitchFamily="34" charset="0"/>
              </a:rPr>
              <a:t>điều</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trị</a:t>
            </a:r>
            <a:r>
              <a:rPr lang="vi-VN" sz="1600" dirty="0">
                <a:latin typeface="Helvetica" panose="020B0604020202020204" pitchFamily="34" charset="0"/>
                <a:cs typeface="Helvetica" panose="020B0604020202020204" pitchFamily="34" charset="0"/>
              </a:rPr>
              <a:t>).</a:t>
            </a:r>
          </a:p>
          <a:p>
            <a:pPr marL="285750" indent="-285750" algn="just">
              <a:buFont typeface="Arial" panose="020B0604020202020204" pitchFamily="34" charset="0"/>
              <a:buChar char="•"/>
            </a:pPr>
            <a:r>
              <a:rPr lang="en-US" sz="1600" dirty="0" err="1">
                <a:latin typeface="Helvetica" panose="020B0604020202020204" pitchFamily="34" charset="0"/>
                <a:cs typeface="Helvetica" panose="020B0604020202020204" pitchFamily="34" charset="0"/>
              </a:rPr>
              <a:t>Kiểm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định</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dấu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là</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kiểm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định</a:t>
            </a:r>
            <a:r>
              <a:rPr lang="en-US" sz="1600" dirty="0">
                <a:latin typeface="Helvetica" panose="020B0604020202020204" pitchFamily="34" charset="0"/>
                <a:cs typeface="Helvetica" panose="020B0604020202020204" pitchFamily="34" charset="0"/>
              </a:rPr>
              <a:t> phi </a:t>
            </a:r>
            <a:r>
              <a:rPr lang="en-US" sz="1600" dirty="0" err="1">
                <a:latin typeface="Helvetica" panose="020B0604020202020204" pitchFamily="34" charset="0"/>
                <a:cs typeface="Helvetica" panose="020B0604020202020204" pitchFamily="34" charset="0"/>
              </a:rPr>
              <a:t>tham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số</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linh</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hoạt</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để</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kiểm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tra</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giả</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thuyết</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sử</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dụng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phân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phối</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nhị</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thức</a:t>
            </a:r>
            <a:r>
              <a:rPr lang="en-US" sz="1600" dirty="0">
                <a:latin typeface="Helvetica" panose="020B0604020202020204" pitchFamily="34" charset="0"/>
                <a:cs typeface="Helvetica" panose="020B0604020202020204" pitchFamily="34" charset="0"/>
              </a:rPr>
              <a:t> (Binomial distribution) </a:t>
            </a:r>
            <a:r>
              <a:rPr lang="en-US" sz="1600" dirty="0" err="1">
                <a:latin typeface="Helvetica" panose="020B0604020202020204" pitchFamily="34" charset="0"/>
                <a:cs typeface="Helvetica" panose="020B0604020202020204" pitchFamily="34" charset="0"/>
              </a:rPr>
              <a:t>với</a:t>
            </a:r>
            <a:r>
              <a:rPr lang="en-US" sz="1600" dirty="0">
                <a:latin typeface="Helvetica" panose="020B0604020202020204" pitchFamily="34" charset="0"/>
                <a:cs typeface="Helvetica" panose="020B0604020202020204" pitchFamily="34" charset="0"/>
              </a:rPr>
              <a:t> p = 0.5 </a:t>
            </a:r>
            <a:r>
              <a:rPr lang="en-US" sz="1600" dirty="0" err="1">
                <a:latin typeface="Helvetica" panose="020B0604020202020204" pitchFamily="34" charset="0"/>
                <a:cs typeface="Helvetica" panose="020B0604020202020204" pitchFamily="34" charset="0"/>
              </a:rPr>
              <a:t>và</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không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yêu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cầu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bất</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kỳ</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giả</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định</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nào</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về</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quy</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luật</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phân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phối</a:t>
            </a:r>
            <a:endParaRPr lang="en-US" sz="1600" dirty="0">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r>
              <a:rPr lang="en-US" sz="1600" dirty="0">
                <a:latin typeface="Helvetica" panose="020B0604020202020204" pitchFamily="34" charset="0"/>
                <a:cs typeface="Helvetica" panose="020B0604020202020204" pitchFamily="34" charset="0"/>
              </a:rPr>
              <a:t>Sign test </a:t>
            </a:r>
            <a:r>
              <a:rPr lang="en-US" sz="1600" dirty="0" err="1">
                <a:latin typeface="Helvetica" panose="020B0604020202020204" pitchFamily="34" charset="0"/>
                <a:cs typeface="Helvetica" panose="020B0604020202020204" pitchFamily="34" charset="0"/>
              </a:rPr>
              <a:t>có</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thể</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áp</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dụng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cho</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cả</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dữ</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liệu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định</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tính</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và</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định</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lượng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và</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không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yêu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cầu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tổng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thể</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nghiên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cứu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phải</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theo</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phân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phối</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chuẩn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Mẫu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có</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thể</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bị</a:t>
            </a:r>
            <a:r>
              <a:rPr lang="en-US" sz="1600" dirty="0">
                <a:latin typeface="Helvetica" panose="020B0604020202020204" pitchFamily="34" charset="0"/>
                <a:cs typeface="Helvetica" panose="020B0604020202020204" pitchFamily="34" charset="0"/>
              </a:rPr>
              <a:t> long tail -  </a:t>
            </a:r>
            <a:r>
              <a:rPr lang="en-US" sz="1600" dirty="0" err="1">
                <a:latin typeface="Helvetica" panose="020B0604020202020204" pitchFamily="34" charset="0"/>
                <a:cs typeface="Helvetica" panose="020B0604020202020204" pitchFamily="34" charset="0"/>
              </a:rPr>
              <a:t>dấu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hiệu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có</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thể</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có</a:t>
            </a:r>
            <a:r>
              <a:rPr lang="en-US" sz="1600" dirty="0">
                <a:latin typeface="Helvetica" panose="020B0604020202020204" pitchFamily="34" charset="0"/>
                <a:cs typeface="Helvetica" panose="020B0604020202020204" pitchFamily="34" charset="0"/>
              </a:rPr>
              <a:t> outlier)</a:t>
            </a:r>
          </a:p>
          <a:p>
            <a:pPr algn="just"/>
            <a:r>
              <a:rPr lang="en-US" sz="1600" dirty="0">
                <a:latin typeface="Helvetica" panose="020B0604020202020204" pitchFamily="34" charset="0"/>
                <a:cs typeface="Helvetica" panose="020B0604020202020204" pitchFamily="34" charset="0"/>
              </a:rPr>
              <a:t>=&gt; </a:t>
            </a:r>
            <a:r>
              <a:rPr lang="vi-VN" sz="1600" dirty="0">
                <a:latin typeface="Helvetica" panose="020B0604020202020204" pitchFamily="34" charset="0"/>
                <a:cs typeface="Helvetica" panose="020B0604020202020204" pitchFamily="34" charset="0"/>
              </a:rPr>
              <a:t>Trong </a:t>
            </a:r>
            <a:r>
              <a:rPr lang="vi-VN" sz="1600" dirty="0" err="1">
                <a:latin typeface="Helvetica" panose="020B0604020202020204" pitchFamily="34" charset="0"/>
                <a:cs typeface="Helvetica" panose="020B0604020202020204" pitchFamily="34" charset="0"/>
              </a:rPr>
              <a:t>trường</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hợp</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này</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kiểm</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định</a:t>
            </a:r>
            <a:r>
              <a:rPr lang="vi-VN" sz="1600" dirty="0">
                <a:latin typeface="Helvetica" panose="020B0604020202020204" pitchFamily="34" charset="0"/>
                <a:cs typeface="Helvetica" panose="020B0604020202020204" pitchFamily="34" charset="0"/>
              </a:rPr>
              <a:t> trung </a:t>
            </a:r>
            <a:r>
              <a:rPr lang="vi-VN" sz="1600" dirty="0" err="1">
                <a:latin typeface="Helvetica" panose="020B0604020202020204" pitchFamily="34" charset="0"/>
                <a:cs typeface="Helvetica" panose="020B0604020202020204" pitchFamily="34" charset="0"/>
              </a:rPr>
              <a:t>vị</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sẽ</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tốt</a:t>
            </a:r>
            <a:r>
              <a:rPr lang="vi-VN" sz="1600" dirty="0">
                <a:latin typeface="Helvetica" panose="020B0604020202020204" pitchFamily="34" charset="0"/>
                <a:cs typeface="Helvetica" panose="020B0604020202020204" pitchFamily="34" charset="0"/>
              </a:rPr>
              <a:t> hơn, </a:t>
            </a:r>
            <a:r>
              <a:rPr lang="vi-VN" sz="1600" dirty="0" err="1">
                <a:latin typeface="Helvetica" panose="020B0604020202020204" pitchFamily="34" charset="0"/>
                <a:cs typeface="Helvetica" panose="020B0604020202020204" pitchFamily="34" charset="0"/>
              </a:rPr>
              <a:t>vì</a:t>
            </a:r>
            <a:r>
              <a:rPr lang="vi-VN" sz="1600" dirty="0">
                <a:latin typeface="Helvetica" panose="020B0604020202020204" pitchFamily="34" charset="0"/>
                <a:cs typeface="Helvetica" panose="020B0604020202020204" pitchFamily="34" charset="0"/>
              </a:rPr>
              <a:t> trung </a:t>
            </a:r>
            <a:r>
              <a:rPr lang="vi-VN" sz="1600" dirty="0" err="1">
                <a:latin typeface="Helvetica" panose="020B0604020202020204" pitchFamily="34" charset="0"/>
                <a:cs typeface="Helvetica" panose="020B0604020202020204" pitchFamily="34" charset="0"/>
              </a:rPr>
              <a:t>vị</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ít</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bị</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ảnh</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hưởng</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bởi</a:t>
            </a:r>
            <a:r>
              <a:rPr lang="vi-VN" sz="1600" dirty="0">
                <a:latin typeface="Helvetica" panose="020B0604020202020204" pitchFamily="34" charset="0"/>
                <a:cs typeface="Helvetica" panose="020B0604020202020204" pitchFamily="34" charset="0"/>
              </a:rPr>
              <a:t> </a:t>
            </a:r>
            <a:r>
              <a:rPr lang="vi-VN" sz="1600" dirty="0" err="1">
                <a:latin typeface="Helvetica" panose="020B0604020202020204" pitchFamily="34" charset="0"/>
                <a:cs typeface="Helvetica" panose="020B0604020202020204" pitchFamily="34" charset="0"/>
              </a:rPr>
              <a:t>out</a:t>
            </a:r>
            <a:r>
              <a:rPr lang="en-US" sz="1600" dirty="0" err="1">
                <a:latin typeface="Helvetica" panose="020B0604020202020204" pitchFamily="34" charset="0"/>
                <a:cs typeface="Helvetica" panose="020B0604020202020204" pitchFamily="34" charset="0"/>
              </a:rPr>
              <a:t>lier</a:t>
            </a:r>
            <a:endParaRPr lang="vi-VN" sz="1600" dirty="0">
              <a:latin typeface="Helvetica" panose="020B0604020202020204" pitchFamily="34" charset="0"/>
              <a:cs typeface="Helvetica" panose="020B0604020202020204" pitchFamily="34" charset="0"/>
            </a:endParaRPr>
          </a:p>
          <a:p>
            <a:pPr algn="just"/>
            <a:endParaRPr lang="en-US" sz="1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613556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lstStyle/>
          <a:p>
            <a:r>
              <a:rPr lang="en-US" dirty="0">
                <a:solidFill>
                  <a:schemeClr val="bg1"/>
                </a:solidFill>
              </a:rPr>
              <a:t>1. SIGN TEST – </a:t>
            </a:r>
            <a:r>
              <a:rPr lang="en-US" dirty="0" err="1">
                <a:solidFill>
                  <a:schemeClr val="bg1"/>
                </a:solidFill>
              </a:rPr>
              <a:t>Ví</a:t>
            </a:r>
            <a:r>
              <a:rPr lang="en-US" dirty="0">
                <a:solidFill>
                  <a:schemeClr val="bg1"/>
                </a:solidFill>
              </a:rPr>
              <a:t> </a:t>
            </a:r>
            <a:r>
              <a:rPr lang="en-US" dirty="0" err="1">
                <a:solidFill>
                  <a:schemeClr val="bg1"/>
                </a:solidFill>
              </a:rPr>
              <a:t>dụ</a:t>
            </a:r>
            <a:r>
              <a:rPr lang="en-US" dirty="0">
                <a:solidFill>
                  <a:schemeClr val="bg1"/>
                </a:solidFill>
              </a:rPr>
              <a:t> 1</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4</a:t>
            </a:fld>
            <a:endParaRPr lang="en-US" dirty="0">
              <a:cs typeface="Helvetica" panose="020B0604020202020204" pitchFamily="34" charset="0"/>
            </a:endParaRPr>
          </a:p>
        </p:txBody>
      </p:sp>
      <p:sp>
        <p:nvSpPr>
          <p:cNvPr id="12" name="TextBox 11">
            <a:extLst>
              <a:ext uri="{FF2B5EF4-FFF2-40B4-BE49-F238E27FC236}">
                <a16:creationId xmlns:a16="http://schemas.microsoft.com/office/drawing/2014/main" id="{07BC16D8-17B6-4533-BA1D-64812A24BC94}"/>
              </a:ext>
            </a:extLst>
          </p:cNvPr>
          <p:cNvSpPr txBox="1"/>
          <p:nvPr/>
        </p:nvSpPr>
        <p:spPr>
          <a:xfrm>
            <a:off x="266700" y="1271179"/>
            <a:ext cx="6330315" cy="2308324"/>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Một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công</a:t>
            </a:r>
            <a:r>
              <a:rPr lang="en-US" dirty="0">
                <a:latin typeface="Helvetica" panose="020B0604020202020204" pitchFamily="34" charset="0"/>
                <a:cs typeface="Helvetica" panose="020B0604020202020204" pitchFamily="34" charset="0"/>
              </a:rPr>
              <a:t> ty </a:t>
            </a:r>
            <a:r>
              <a:rPr lang="en-US" dirty="0" err="1">
                <a:latin typeface="Helvetica" panose="020B0604020202020204" pitchFamily="34" charset="0"/>
                <a:cs typeface="Helvetica" panose="020B0604020202020204" pitchFamily="34" charset="0"/>
              </a:rPr>
              <a:t>tiến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hành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khảo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sát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mức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độ</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hài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lòng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khách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hàng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giữa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nhân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viên</a:t>
            </a:r>
            <a:r>
              <a:rPr lang="en-US" dirty="0">
                <a:latin typeface="Helvetica" panose="020B0604020202020204" pitchFamily="34" charset="0"/>
                <a:cs typeface="Helvetica" panose="020B0604020202020204" pitchFamily="34" charset="0"/>
              </a:rPr>
              <a:t> CSKH </a:t>
            </a:r>
            <a:r>
              <a:rPr lang="en-US" dirty="0" err="1">
                <a:latin typeface="Helvetica" panose="020B0604020202020204" pitchFamily="34" charset="0"/>
                <a:cs typeface="Helvetica" panose="020B0604020202020204" pitchFamily="34" charset="0"/>
              </a:rPr>
              <a:t>với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ứng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dụng</a:t>
            </a:r>
            <a:r>
              <a:rPr lang="en-US" dirty="0">
                <a:latin typeface="Helvetica" panose="020B0604020202020204" pitchFamily="34" charset="0"/>
                <a:cs typeface="Helvetica" panose="020B0604020202020204" pitchFamily="34" charset="0"/>
              </a:rPr>
              <a:t> Chatbot AI </a:t>
            </a:r>
            <a:r>
              <a:rPr lang="en-US" dirty="0" err="1">
                <a:latin typeface="Helvetica" panose="020B0604020202020204" pitchFamily="34" charset="0"/>
                <a:cs typeface="Helvetica" panose="020B0604020202020204" pitchFamily="34" charset="0"/>
              </a:rPr>
              <a:t>mới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triển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khai</a:t>
            </a:r>
            <a:r>
              <a:rPr lang="en-US" dirty="0">
                <a:latin typeface="Helvetica" panose="020B0604020202020204" pitchFamily="34" charset="0"/>
                <a:cs typeface="Helvetica" panose="020B0604020202020204" pitchFamily="34" charset="0"/>
              </a:rPr>
              <a:t>.</a:t>
            </a:r>
          </a:p>
          <a:p>
            <a:pPr algn="just"/>
            <a:r>
              <a:rPr lang="en-US" dirty="0" err="1">
                <a:latin typeface="Helvetica" panose="020B0604020202020204" pitchFamily="34" charset="0"/>
                <a:cs typeface="Helvetica" panose="020B0604020202020204" pitchFamily="34" charset="0"/>
              </a:rPr>
              <a:t>Công</a:t>
            </a:r>
            <a:r>
              <a:rPr lang="en-US" dirty="0">
                <a:latin typeface="Helvetica" panose="020B0604020202020204" pitchFamily="34" charset="0"/>
                <a:cs typeface="Helvetica" panose="020B0604020202020204" pitchFamily="34" charset="0"/>
              </a:rPr>
              <a:t> ty </a:t>
            </a:r>
            <a:r>
              <a:rPr lang="en-US" dirty="0" err="1">
                <a:latin typeface="Helvetica" panose="020B0604020202020204" pitchFamily="34" charset="0"/>
                <a:cs typeface="Helvetica" panose="020B0604020202020204" pitchFamily="34" charset="0"/>
              </a:rPr>
              <a:t>khảo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sát</a:t>
            </a:r>
            <a:r>
              <a:rPr lang="en-US" dirty="0">
                <a:latin typeface="Helvetica" panose="020B0604020202020204" pitchFamily="34" charset="0"/>
                <a:cs typeface="Helvetica" panose="020B0604020202020204" pitchFamily="34" charset="0"/>
              </a:rPr>
              <a:t> 20 </a:t>
            </a:r>
            <a:r>
              <a:rPr lang="en-US" dirty="0" err="1">
                <a:latin typeface="Helvetica" panose="020B0604020202020204" pitchFamily="34" charset="0"/>
                <a:cs typeface="Helvetica" panose="020B0604020202020204" pitchFamily="34" charset="0"/>
              </a:rPr>
              <a:t>khách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hàng</a:t>
            </a:r>
            <a:r>
              <a:rPr lang="en-US" dirty="0">
                <a:latin typeface="Helvetica" panose="020B0604020202020204" pitchFamily="34" charset="0"/>
                <a:cs typeface="Helvetica" panose="020B0604020202020204" pitchFamily="34" charset="0"/>
              </a:rPr>
              <a:t> 2 </a:t>
            </a:r>
            <a:r>
              <a:rPr lang="en-US" dirty="0" err="1">
                <a:latin typeface="Helvetica" panose="020B0604020202020204" pitchFamily="34" charset="0"/>
                <a:cs typeface="Helvetica" panose="020B0604020202020204" pitchFamily="34" charset="0"/>
              </a:rPr>
              <a:t>lần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trước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và</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sau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sử</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dụng</a:t>
            </a:r>
            <a:r>
              <a:rPr lang="en-US" dirty="0">
                <a:latin typeface="Helvetica" panose="020B0604020202020204" pitchFamily="34" charset="0"/>
                <a:cs typeface="Helvetica" panose="020B0604020202020204" pitchFamily="34" charset="0"/>
              </a:rPr>
              <a:t> Chatbot) </a:t>
            </a:r>
            <a:r>
              <a:rPr lang="en-US" dirty="0" err="1">
                <a:latin typeface="Helvetica" panose="020B0604020202020204" pitchFamily="34" charset="0"/>
                <a:cs typeface="Helvetica" panose="020B0604020202020204" pitchFamily="34" charset="0"/>
              </a:rPr>
              <a:t>với</a:t>
            </a:r>
            <a:r>
              <a:rPr lang="en-US" dirty="0">
                <a:latin typeface="Helvetica" panose="020B0604020202020204" pitchFamily="34" charset="0"/>
                <a:cs typeface="Helvetica" panose="020B0604020202020204" pitchFamily="34" charset="0"/>
              </a:rPr>
              <a:t> 5 </a:t>
            </a:r>
            <a:r>
              <a:rPr lang="en-US" dirty="0" err="1">
                <a:latin typeface="Helvetica" panose="020B0604020202020204" pitchFamily="34" charset="0"/>
                <a:cs typeface="Helvetica" panose="020B0604020202020204" pitchFamily="34" charset="0"/>
              </a:rPr>
              <a:t>mức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độ</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đánh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giá</a:t>
            </a:r>
            <a:r>
              <a:rPr lang="en-US" dirty="0">
                <a:latin typeface="Helvetica" panose="020B0604020202020204" pitchFamily="34" charset="0"/>
                <a:cs typeface="Helvetica" panose="020B0604020202020204" pitchFamily="34" charset="0"/>
              </a:rPr>
              <a:t>: </a:t>
            </a:r>
            <a:r>
              <a:rPr lang="en-US" b="1" i="1" dirty="0">
                <a:latin typeface="Helvetica" panose="020B0604020202020204" pitchFamily="34" charset="0"/>
                <a:cs typeface="Helvetica" panose="020B0604020202020204" pitchFamily="34" charset="0"/>
              </a:rPr>
              <a:t>1 – </a:t>
            </a:r>
            <a:r>
              <a:rPr lang="en-US" b="1" i="1" dirty="0" err="1">
                <a:latin typeface="Helvetica" panose="020B0604020202020204" pitchFamily="34" charset="0"/>
                <a:cs typeface="Helvetica" panose="020B0604020202020204" pitchFamily="34" charset="0"/>
              </a:rPr>
              <a:t>Rất</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không</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hài</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lòng</a:t>
            </a:r>
            <a:r>
              <a:rPr lang="en-US" b="1" i="1" dirty="0">
                <a:latin typeface="Helvetica" panose="020B0604020202020204" pitchFamily="34" charset="0"/>
                <a:cs typeface="Helvetica" panose="020B0604020202020204" pitchFamily="34" charset="0"/>
              </a:rPr>
              <a:t>; 2 – </a:t>
            </a:r>
            <a:r>
              <a:rPr lang="en-US" b="1" i="1" dirty="0" err="1">
                <a:latin typeface="Helvetica" panose="020B0604020202020204" pitchFamily="34" charset="0"/>
                <a:cs typeface="Helvetica" panose="020B0604020202020204" pitchFamily="34" charset="0"/>
              </a:rPr>
              <a:t>Không</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hài</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lòng</a:t>
            </a:r>
            <a:r>
              <a:rPr lang="en-US" b="1" i="1" dirty="0">
                <a:latin typeface="Helvetica" panose="020B0604020202020204" pitchFamily="34" charset="0"/>
                <a:cs typeface="Helvetica" panose="020B0604020202020204" pitchFamily="34" charset="0"/>
              </a:rPr>
              <a:t>; 3 – </a:t>
            </a:r>
            <a:r>
              <a:rPr lang="en-US" b="1" i="1" dirty="0" err="1">
                <a:latin typeface="Helvetica" panose="020B0604020202020204" pitchFamily="34" charset="0"/>
                <a:cs typeface="Helvetica" panose="020B0604020202020204" pitchFamily="34" charset="0"/>
              </a:rPr>
              <a:t>Bình</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thường</a:t>
            </a:r>
            <a:r>
              <a:rPr lang="en-US" b="1" i="1" dirty="0">
                <a:latin typeface="Helvetica" panose="020B0604020202020204" pitchFamily="34" charset="0"/>
                <a:cs typeface="Helvetica" panose="020B0604020202020204" pitchFamily="34" charset="0"/>
              </a:rPr>
              <a:t>; 4 – </a:t>
            </a:r>
            <a:r>
              <a:rPr lang="en-US" b="1" i="1" dirty="0" err="1">
                <a:latin typeface="Helvetica" panose="020B0604020202020204" pitchFamily="34" charset="0"/>
                <a:cs typeface="Helvetica" panose="020B0604020202020204" pitchFamily="34" charset="0"/>
              </a:rPr>
              <a:t>Khá</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hài</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lòng</a:t>
            </a:r>
            <a:r>
              <a:rPr lang="en-US" b="1" i="1" dirty="0">
                <a:latin typeface="Helvetica" panose="020B0604020202020204" pitchFamily="34" charset="0"/>
                <a:cs typeface="Helvetica" panose="020B0604020202020204" pitchFamily="34" charset="0"/>
              </a:rPr>
              <a:t>; 5 – </a:t>
            </a:r>
            <a:r>
              <a:rPr lang="en-US" b="1" i="1" dirty="0" err="1">
                <a:latin typeface="Helvetica" panose="020B0604020202020204" pitchFamily="34" charset="0"/>
                <a:cs typeface="Helvetica" panose="020B0604020202020204" pitchFamily="34" charset="0"/>
              </a:rPr>
              <a:t>Rất</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hài</a:t>
            </a:r>
            <a:r>
              <a:rPr lang="en-US" b="1" i="1" dirty="0">
                <a:latin typeface="Helvetica" panose="020B0604020202020204" pitchFamily="34" charset="0"/>
                <a:cs typeface="Helvetica" panose="020B0604020202020204" pitchFamily="34" charset="0"/>
              </a:rPr>
              <a:t> </a:t>
            </a:r>
            <a:r>
              <a:rPr lang="en-US" b="1" i="1" dirty="0" err="1">
                <a:latin typeface="Helvetica" panose="020B0604020202020204" pitchFamily="34" charset="0"/>
                <a:cs typeface="Helvetica" panose="020B0604020202020204" pitchFamily="34" charset="0"/>
              </a:rPr>
              <a:t>lòng</a:t>
            </a:r>
            <a:endParaRPr lang="en-US" b="1" i="1" dirty="0">
              <a:latin typeface="Helvetica" panose="020B0604020202020204" pitchFamily="34" charset="0"/>
              <a:cs typeface="Helvetica" panose="020B0604020202020204" pitchFamily="34" charset="0"/>
            </a:endParaRPr>
          </a:p>
          <a:p>
            <a:pPr algn="just"/>
            <a:r>
              <a:rPr lang="en-US" dirty="0">
                <a:latin typeface="Helvetica" panose="020B0604020202020204" pitchFamily="34" charset="0"/>
                <a:cs typeface="Helvetica" panose="020B0604020202020204" pitchFamily="34" charset="0"/>
              </a:rPr>
              <a:t>=&gt; </a:t>
            </a:r>
            <a:r>
              <a:rPr lang="en-US" b="1" dirty="0" err="1">
                <a:solidFill>
                  <a:srgbClr val="00FF00"/>
                </a:solidFill>
                <a:latin typeface="Helvetica" panose="020B0604020202020204" pitchFamily="34" charset="0"/>
                <a:cs typeface="Helvetica" panose="020B0604020202020204" pitchFamily="34" charset="0"/>
              </a:rPr>
              <a:t>Dấu</a:t>
            </a:r>
            <a:r>
              <a:rPr lang="en-US" b="1" dirty="0">
                <a:solidFill>
                  <a:srgbClr val="00FF00"/>
                </a:solidFill>
                <a:latin typeface="Helvetica" panose="020B0604020202020204" pitchFamily="34" charset="0"/>
                <a:cs typeface="Helvetica" panose="020B0604020202020204" pitchFamily="34" charset="0"/>
              </a:rPr>
              <a:t> + </a:t>
            </a:r>
            <a:r>
              <a:rPr lang="en-US" b="1" dirty="0" err="1">
                <a:solidFill>
                  <a:srgbClr val="00FF00"/>
                </a:solidFill>
                <a:latin typeface="Helvetica" panose="020B0604020202020204" pitchFamily="34" charset="0"/>
                <a:cs typeface="Helvetica" panose="020B0604020202020204" pitchFamily="34" charset="0"/>
              </a:rPr>
              <a:t>là</a:t>
            </a:r>
            <a:r>
              <a:rPr lang="en-US" b="1" dirty="0">
                <a:solidFill>
                  <a:srgbClr val="00FF00"/>
                </a:solidFill>
                <a:latin typeface="Helvetica" panose="020B0604020202020204" pitchFamily="34" charset="0"/>
                <a:cs typeface="Helvetica" panose="020B0604020202020204" pitchFamily="34" charset="0"/>
              </a:rPr>
              <a:t> </a:t>
            </a:r>
            <a:r>
              <a:rPr lang="en-US" b="1" dirty="0" err="1">
                <a:solidFill>
                  <a:srgbClr val="00FF00"/>
                </a:solidFill>
                <a:latin typeface="Helvetica" panose="020B0604020202020204" pitchFamily="34" charset="0"/>
                <a:cs typeface="Helvetica" panose="020B0604020202020204" pitchFamily="34" charset="0"/>
              </a:rPr>
              <a:t>đánh</a:t>
            </a:r>
            <a:r>
              <a:rPr lang="en-US" b="1" dirty="0">
                <a:solidFill>
                  <a:srgbClr val="00FF00"/>
                </a:solidFill>
                <a:latin typeface="Helvetica" panose="020B0604020202020204" pitchFamily="34" charset="0"/>
                <a:cs typeface="Helvetica" panose="020B0604020202020204" pitchFamily="34" charset="0"/>
              </a:rPr>
              <a:t> </a:t>
            </a:r>
            <a:r>
              <a:rPr lang="en-US" b="1" dirty="0" err="1">
                <a:solidFill>
                  <a:srgbClr val="00FF00"/>
                </a:solidFill>
                <a:latin typeface="Helvetica" panose="020B0604020202020204" pitchFamily="34" charset="0"/>
                <a:cs typeface="Helvetica" panose="020B0604020202020204" pitchFamily="34" charset="0"/>
              </a:rPr>
              <a:t>giá</a:t>
            </a:r>
            <a:r>
              <a:rPr lang="en-US" b="1" dirty="0">
                <a:solidFill>
                  <a:srgbClr val="00FF00"/>
                </a:solidFill>
                <a:latin typeface="Helvetica" panose="020B0604020202020204" pitchFamily="34" charset="0"/>
                <a:cs typeface="Helvetica" panose="020B0604020202020204" pitchFamily="34" charset="0"/>
              </a:rPr>
              <a:t> </a:t>
            </a:r>
            <a:r>
              <a:rPr lang="en-US" b="1" dirty="0" err="1">
                <a:solidFill>
                  <a:srgbClr val="00FF00"/>
                </a:solidFill>
                <a:latin typeface="Helvetica" panose="020B0604020202020204" pitchFamily="34" charset="0"/>
                <a:cs typeface="Helvetica" panose="020B0604020202020204" pitchFamily="34" charset="0"/>
              </a:rPr>
              <a:t>sau</a:t>
            </a:r>
            <a:r>
              <a:rPr lang="en-US" b="1" dirty="0">
                <a:solidFill>
                  <a:srgbClr val="00FF00"/>
                </a:solidFill>
                <a:latin typeface="Helvetica" panose="020B0604020202020204" pitchFamily="34" charset="0"/>
                <a:cs typeface="Helvetica" panose="020B0604020202020204" pitchFamily="34" charset="0"/>
              </a:rPr>
              <a:t> </a:t>
            </a:r>
            <a:r>
              <a:rPr lang="en-US" b="1" dirty="0" err="1">
                <a:solidFill>
                  <a:srgbClr val="00FF00"/>
                </a:solidFill>
                <a:latin typeface="Helvetica" panose="020B0604020202020204" pitchFamily="34" charset="0"/>
                <a:cs typeface="Helvetica" panose="020B0604020202020204" pitchFamily="34" charset="0"/>
              </a:rPr>
              <a:t>tốt</a:t>
            </a:r>
            <a:r>
              <a:rPr lang="en-US" b="1" dirty="0">
                <a:solidFill>
                  <a:srgbClr val="00FF00"/>
                </a:solidFill>
                <a:latin typeface="Helvetica" panose="020B0604020202020204" pitchFamily="34" charset="0"/>
                <a:cs typeface="Helvetica" panose="020B0604020202020204" pitchFamily="34" charset="0"/>
              </a:rPr>
              <a:t> </a:t>
            </a:r>
            <a:r>
              <a:rPr lang="en-US" b="1" dirty="0" err="1">
                <a:solidFill>
                  <a:srgbClr val="00FF00"/>
                </a:solidFill>
                <a:latin typeface="Helvetica" panose="020B0604020202020204" pitchFamily="34" charset="0"/>
                <a:cs typeface="Helvetica" panose="020B0604020202020204" pitchFamily="34" charset="0"/>
              </a:rPr>
              <a:t>hơn</a:t>
            </a:r>
            <a:r>
              <a:rPr lang="en-US" b="1" dirty="0">
                <a:solidFill>
                  <a:srgbClr val="00FF00"/>
                </a:solidFill>
                <a:latin typeface="Helvetica" panose="020B0604020202020204" pitchFamily="34" charset="0"/>
                <a:cs typeface="Helvetica" panose="020B0604020202020204" pitchFamily="34" charset="0"/>
              </a:rPr>
              <a:t> </a:t>
            </a:r>
            <a:r>
              <a:rPr lang="en-US" b="1" dirty="0" err="1">
                <a:solidFill>
                  <a:srgbClr val="00FF00"/>
                </a:solidFill>
                <a:latin typeface="Helvetica" panose="020B0604020202020204" pitchFamily="34" charset="0"/>
                <a:cs typeface="Helvetica" panose="020B0604020202020204" pitchFamily="34" charset="0"/>
              </a:rPr>
              <a:t>và</a:t>
            </a:r>
            <a:r>
              <a:rPr lang="en-US" b="1" dirty="0">
                <a:solidFill>
                  <a:srgbClr val="00FF00"/>
                </a:solidFill>
                <a:latin typeface="Helvetica" panose="020B0604020202020204" pitchFamily="34" charset="0"/>
                <a:cs typeface="Helvetica" panose="020B0604020202020204" pitchFamily="34" charset="0"/>
              </a:rPr>
              <a:t> </a:t>
            </a:r>
            <a:r>
              <a:rPr lang="en-US" b="1" dirty="0" err="1">
                <a:solidFill>
                  <a:srgbClr val="00FF00"/>
                </a:solidFill>
                <a:latin typeface="Helvetica" panose="020B0604020202020204" pitchFamily="34" charset="0"/>
                <a:cs typeface="Helvetica" panose="020B0604020202020204" pitchFamily="34" charset="0"/>
              </a:rPr>
              <a:t>ngược</a:t>
            </a:r>
            <a:r>
              <a:rPr lang="en-US" b="1" dirty="0">
                <a:solidFill>
                  <a:srgbClr val="00FF00"/>
                </a:solidFill>
                <a:latin typeface="Helvetica" panose="020B0604020202020204" pitchFamily="34" charset="0"/>
                <a:cs typeface="Helvetica" panose="020B0604020202020204" pitchFamily="34" charset="0"/>
              </a:rPr>
              <a:t> </a:t>
            </a:r>
            <a:r>
              <a:rPr lang="en-US" b="1" dirty="0" err="1">
                <a:solidFill>
                  <a:srgbClr val="00FF00"/>
                </a:solidFill>
                <a:latin typeface="Helvetica" panose="020B0604020202020204" pitchFamily="34" charset="0"/>
                <a:cs typeface="Helvetica" panose="020B0604020202020204" pitchFamily="34" charset="0"/>
              </a:rPr>
              <a:t>lại</a:t>
            </a:r>
            <a:endParaRPr lang="en-US" b="1" dirty="0">
              <a:solidFill>
                <a:srgbClr val="00FF00"/>
              </a:solidFill>
              <a:latin typeface="Helvetica" panose="020B0604020202020204" pitchFamily="34" charset="0"/>
              <a:cs typeface="Helvetica" panose="020B0604020202020204" pitchFamily="34" charset="0"/>
            </a:endParaRPr>
          </a:p>
        </p:txBody>
      </p:sp>
      <p:pic>
        <p:nvPicPr>
          <p:cNvPr id="3" name="Picture 2">
            <a:extLst>
              <a:ext uri="{FF2B5EF4-FFF2-40B4-BE49-F238E27FC236}">
                <a16:creationId xmlns:a16="http://schemas.microsoft.com/office/drawing/2014/main" id="{100AC546-8AF8-41DD-9E47-E2C5E3093791}"/>
              </a:ext>
            </a:extLst>
          </p:cNvPr>
          <p:cNvPicPr>
            <a:picLocks noChangeAspect="1"/>
          </p:cNvPicPr>
          <p:nvPr/>
        </p:nvPicPr>
        <p:blipFill>
          <a:blip r:embed="rId3"/>
          <a:stretch>
            <a:fillRect/>
          </a:stretch>
        </p:blipFill>
        <p:spPr>
          <a:xfrm>
            <a:off x="6597015" y="1271179"/>
            <a:ext cx="5392869" cy="4948646"/>
          </a:xfrm>
          <a:prstGeom prst="rect">
            <a:avLst/>
          </a:prstGeom>
        </p:spPr>
      </p:pic>
      <mc:AlternateContent xmlns:mc="http://schemas.openxmlformats.org/markup-compatibility/2006" xmlns:a14="http://schemas.microsoft.com/office/drawing/2010/main">
        <mc:Choice Requires="a14">
          <p:sp>
            <p:nvSpPr>
              <p:cNvPr id="7" name="Rectangle: Rounded Corners 9">
                <a:extLst>
                  <a:ext uri="{FF2B5EF4-FFF2-40B4-BE49-F238E27FC236}">
                    <a16:creationId xmlns:a16="http://schemas.microsoft.com/office/drawing/2014/main" id="{3CB91E16-BFB7-4EF8-9C0A-79C06B9CEE0E}"/>
                  </a:ext>
                </a:extLst>
              </p:cNvPr>
              <p:cNvSpPr/>
              <p:nvPr/>
            </p:nvSpPr>
            <p:spPr>
              <a:xfrm>
                <a:off x="295274" y="3617054"/>
                <a:ext cx="6086476" cy="247894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err="1">
                    <a:solidFill>
                      <a:schemeClr val="tx1"/>
                    </a:solidFill>
                    <a:latin typeface="Helvetica" panose="020B0604020202020204" pitchFamily="34" charset="0"/>
                    <a:cs typeface="Helvetica" panose="020B0604020202020204" pitchFamily="34" charset="0"/>
                  </a:rPr>
                  <a:t>Gọi</a:t>
                </a:r>
                <a:r>
                  <a:rPr lang="en-US" dirty="0">
                    <a:solidFill>
                      <a:schemeClr val="tx1"/>
                    </a:solidFill>
                    <a:latin typeface="Helvetica" panose="020B0604020202020204" pitchFamily="34" charset="0"/>
                    <a:cs typeface="Helvetica" panose="020B0604020202020204" pitchFamily="34" charset="0"/>
                  </a:rPr>
                  <a:t> </a:t>
                </a:r>
                <a:r>
                  <a:rPr lang="en-US" b="1" dirty="0">
                    <a:solidFill>
                      <a:schemeClr val="tx1"/>
                    </a:solidFill>
                    <a:latin typeface="Helvetica" panose="020B0604020202020204" pitchFamily="34" charset="0"/>
                    <a:cs typeface="Helvetica" panose="020B0604020202020204" pitchFamily="34" charset="0"/>
                  </a:rPr>
                  <a:t>p</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là</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xác</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xuất</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suất</a:t>
                </a:r>
                <a:r>
                  <a:rPr lang="en-US" dirty="0">
                    <a:solidFill>
                      <a:schemeClr val="tx1"/>
                    </a:solidFill>
                    <a:latin typeface="Helvetica" panose="020B0604020202020204" pitchFamily="34" charset="0"/>
                    <a:cs typeface="Helvetica" panose="020B0604020202020204" pitchFamily="34" charset="0"/>
                  </a:rPr>
                  <a:t> Chatbot AI </a:t>
                </a:r>
                <a:r>
                  <a:rPr lang="en-US" dirty="0" err="1">
                    <a:solidFill>
                      <a:schemeClr val="tx1"/>
                    </a:solidFill>
                    <a:latin typeface="Helvetica" panose="020B0604020202020204" pitchFamily="34" charset="0"/>
                    <a:cs typeface="Helvetica" panose="020B0604020202020204" pitchFamily="34" charset="0"/>
                  </a:rPr>
                  <a:t>tốt</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hơn</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trong</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tổng</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thể</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nghiên</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cứu</a:t>
                </a:r>
                <a:endParaRPr lang="en-US" dirty="0">
                  <a:solidFill>
                    <a:schemeClr val="tx1"/>
                  </a:solidFill>
                  <a:latin typeface="Helvetica" panose="020B0604020202020204" pitchFamily="34" charset="0"/>
                  <a:cs typeface="Helvetica" panose="020B0604020202020204" pitchFamily="34" charset="0"/>
                </a:endParaRPr>
              </a:p>
              <a:p>
                <a:pPr algn="just"/>
                <a:r>
                  <a:rPr lang="en-US" b="1" dirty="0" err="1">
                    <a:solidFill>
                      <a:schemeClr val="tx1"/>
                    </a:solidFill>
                    <a:latin typeface="Helvetica" panose="020B0604020202020204" pitchFamily="34" charset="0"/>
                    <a:cs typeface="Helvetica" panose="020B0604020202020204" pitchFamily="34" charset="0"/>
                  </a:rPr>
                  <a:t>Kiểm</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định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giả</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thuyết</a:t>
                </a:r>
                <a:r>
                  <a:rPr lang="en-US" b="1" dirty="0">
                    <a:solidFill>
                      <a:schemeClr val="tx1"/>
                    </a:solidFill>
                    <a:latin typeface="Helvetica" panose="020B0604020202020204" pitchFamily="34" charset="0"/>
                    <a:cs typeface="Helvetica" panose="020B0604020202020204" pitchFamily="34" charset="0"/>
                  </a:rPr>
                  <a:t>:</a:t>
                </a:r>
              </a:p>
              <a:p>
                <a:pPr algn="just"/>
                <a:endParaRPr lang="en-US" b="1" dirty="0">
                  <a:solidFill>
                    <a:schemeClr val="tx1"/>
                  </a:solidFill>
                  <a:latin typeface="Helvetica" panose="020B0604020202020204" pitchFamily="34" charset="0"/>
                  <a:cs typeface="Helvetica" panose="020B0604020202020204" pitchFamily="34" charset="0"/>
                </a:endParaRPr>
              </a:p>
              <a:p>
                <a:pPr algn="just"/>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0</m:t>
                        </m:r>
                      </m:sub>
                    </m:sSub>
                  </m:oMath>
                </a14:m>
                <a:r>
                  <a:rPr lang="en-US" dirty="0">
                    <a:solidFill>
                      <a:schemeClr val="tx1"/>
                    </a:solidFill>
                    <a:latin typeface="Helvetica" panose="020B0604020202020204" pitchFamily="34" charset="0"/>
                    <a:cs typeface="Helvetica" panose="020B0604020202020204" pitchFamily="34" charset="0"/>
                  </a:rPr>
                  <a:t> : p = 0.5</a:t>
                </a:r>
              </a:p>
              <a:p>
                <a:pPr algn="just"/>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1</m:t>
                        </m:r>
                      </m:sub>
                    </m:sSub>
                  </m:oMath>
                </a14:m>
                <a:r>
                  <a:rPr lang="en-US" dirty="0">
                    <a:solidFill>
                      <a:schemeClr val="tx1"/>
                    </a:solidFill>
                    <a:latin typeface="Helvetica" panose="020B0604020202020204" pitchFamily="34" charset="0"/>
                    <a:cs typeface="Helvetica" panose="020B0604020202020204" pitchFamily="34" charset="0"/>
                  </a:rPr>
                  <a:t> : p &gt; 0.5 (Chatbot AI </a:t>
                </a:r>
                <a:r>
                  <a:rPr lang="en-US" dirty="0" err="1">
                    <a:solidFill>
                      <a:schemeClr val="tx1"/>
                    </a:solidFill>
                    <a:latin typeface="Helvetica" panose="020B0604020202020204" pitchFamily="34" charset="0"/>
                    <a:cs typeface="Helvetica" panose="020B0604020202020204" pitchFamily="34" charset="0"/>
                  </a:rPr>
                  <a:t>có</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tác</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động</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lên</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độ</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hiệu</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quả</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trong</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chinh</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phục</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khách</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hàng</a:t>
                </a:r>
                <a:r>
                  <a:rPr lang="en-US" dirty="0">
                    <a:solidFill>
                      <a:schemeClr val="tx1"/>
                    </a:solidFill>
                    <a:latin typeface="Helvetica" panose="020B0604020202020204" pitchFamily="34" charset="0"/>
                    <a:cs typeface="Helvetica" panose="020B0604020202020204" pitchFamily="34" charset="0"/>
                  </a:rPr>
                  <a:t>)</a:t>
                </a:r>
              </a:p>
              <a:p>
                <a:pPr marL="285750" indent="-285750" algn="just">
                  <a:buFont typeface="Arial" panose="020B0604020202020204" pitchFamily="34" charset="0"/>
                  <a:buChar char="•"/>
                </a:pPr>
                <a:endParaRPr lang="en-US" dirty="0">
                  <a:solidFill>
                    <a:schemeClr val="tx1"/>
                  </a:solidFill>
                  <a:latin typeface="Helvetica" panose="020B0604020202020204" pitchFamily="34" charset="0"/>
                  <a:cs typeface="Helvetica" panose="020B0604020202020204" pitchFamily="34" charset="0"/>
                </a:endParaRPr>
              </a:p>
            </p:txBody>
          </p:sp>
        </mc:Choice>
        <mc:Fallback xmlns="">
          <p:sp>
            <p:nvSpPr>
              <p:cNvPr id="7" name="Rectangle: Rounded Corners 9">
                <a:extLst>
                  <a:ext uri="{FF2B5EF4-FFF2-40B4-BE49-F238E27FC236}">
                    <a16:creationId xmlns:a16="http://schemas.microsoft.com/office/drawing/2014/main" id="{3CB91E16-BFB7-4EF8-9C0A-79C06B9CEE0E}"/>
                  </a:ext>
                </a:extLst>
              </p:cNvPr>
              <p:cNvSpPr>
                <a:spLocks noRot="1" noChangeAspect="1" noMove="1" noResize="1" noEditPoints="1" noAdjustHandles="1" noChangeArrowheads="1" noChangeShapeType="1" noTextEdit="1"/>
              </p:cNvSpPr>
              <p:nvPr/>
            </p:nvSpPr>
            <p:spPr>
              <a:xfrm>
                <a:off x="295274" y="3617054"/>
                <a:ext cx="6086476" cy="2478946"/>
              </a:xfrm>
              <a:prstGeom prst="roundRect">
                <a:avLst/>
              </a:prstGeom>
              <a:blipFill>
                <a:blip r:embed="rId4"/>
                <a:stretch>
                  <a:fillRect/>
                </a:stretch>
              </a:blipFill>
            </p:spPr>
            <p:txBody>
              <a:bodyPr/>
              <a:lstStyle/>
              <a:p>
                <a:r>
                  <a:rPr lang="en-US">
                    <a:noFill/>
                  </a:rPr>
                  <a:t> </a:t>
                </a:r>
              </a:p>
            </p:txBody>
          </p:sp>
        </mc:Fallback>
      </mc:AlternateContent>
      <p:sp>
        <p:nvSpPr>
          <p:cNvPr id="2" name="Left Brace 1">
            <a:extLst>
              <a:ext uri="{FF2B5EF4-FFF2-40B4-BE49-F238E27FC236}">
                <a16:creationId xmlns:a16="http://schemas.microsoft.com/office/drawing/2014/main" id="{DC9A9FBA-1DCA-4FBF-9DB0-9DD1D0D3C186}"/>
              </a:ext>
            </a:extLst>
          </p:cNvPr>
          <p:cNvSpPr/>
          <p:nvPr/>
        </p:nvSpPr>
        <p:spPr>
          <a:xfrm>
            <a:off x="657224" y="4772025"/>
            <a:ext cx="310515" cy="685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631127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lstStyle/>
          <a:p>
            <a:r>
              <a:rPr lang="en-US" dirty="0">
                <a:solidFill>
                  <a:schemeClr val="bg1"/>
                </a:solidFill>
              </a:rPr>
              <a:t>1. SIGN TEST – </a:t>
            </a:r>
            <a:r>
              <a:rPr lang="en-US" dirty="0" err="1">
                <a:solidFill>
                  <a:schemeClr val="bg1"/>
                </a:solidFill>
              </a:rPr>
              <a:t>Ví</a:t>
            </a:r>
            <a:r>
              <a:rPr lang="en-US" dirty="0">
                <a:solidFill>
                  <a:schemeClr val="bg1"/>
                </a:solidFill>
              </a:rPr>
              <a:t> </a:t>
            </a:r>
            <a:r>
              <a:rPr lang="en-US" dirty="0" err="1">
                <a:solidFill>
                  <a:schemeClr val="bg1"/>
                </a:solidFill>
              </a:rPr>
              <a:t>dụ</a:t>
            </a:r>
            <a:r>
              <a:rPr lang="en-US" dirty="0">
                <a:solidFill>
                  <a:schemeClr val="bg1"/>
                </a:solidFill>
              </a:rPr>
              <a:t> 1 – </a:t>
            </a:r>
            <a:r>
              <a:rPr lang="en-US" dirty="0" err="1">
                <a:solidFill>
                  <a:schemeClr val="bg1"/>
                </a:solidFill>
              </a:rPr>
              <a:t>Dữ</a:t>
            </a:r>
            <a:r>
              <a:rPr lang="en-US" dirty="0">
                <a:solidFill>
                  <a:schemeClr val="bg1"/>
                </a:solidFill>
              </a:rPr>
              <a:t> </a:t>
            </a:r>
            <a:r>
              <a:rPr lang="en-US" dirty="0" err="1">
                <a:solidFill>
                  <a:schemeClr val="bg1"/>
                </a:solidFill>
              </a:rPr>
              <a:t>liệu</a:t>
            </a:r>
            <a:r>
              <a:rPr lang="en-US" dirty="0">
                <a:solidFill>
                  <a:schemeClr val="bg1"/>
                </a:solidFill>
              </a:rPr>
              <a:t> </a:t>
            </a:r>
            <a:r>
              <a:rPr lang="en-US" dirty="0" err="1">
                <a:solidFill>
                  <a:schemeClr val="bg1"/>
                </a:solidFill>
              </a:rPr>
              <a:t>định</a:t>
            </a:r>
            <a:r>
              <a:rPr lang="en-US" dirty="0">
                <a:solidFill>
                  <a:schemeClr val="bg1"/>
                </a:solidFill>
              </a:rPr>
              <a:t> </a:t>
            </a:r>
            <a:r>
              <a:rPr lang="en-US" dirty="0" err="1">
                <a:solidFill>
                  <a:schemeClr val="bg1"/>
                </a:solidFill>
              </a:rPr>
              <a:t>tính</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5</a:t>
            </a:fld>
            <a:endParaRPr lang="en-US" dirty="0">
              <a:cs typeface="Helvetica" panose="020B0604020202020204" pitchFamily="34" charset="0"/>
            </a:endParaRPr>
          </a:p>
        </p:txBody>
      </p:sp>
      <p:sp>
        <p:nvSpPr>
          <p:cNvPr id="12" name="TextBox 11">
            <a:extLst>
              <a:ext uri="{FF2B5EF4-FFF2-40B4-BE49-F238E27FC236}">
                <a16:creationId xmlns:a16="http://schemas.microsoft.com/office/drawing/2014/main" id="{07BC16D8-17B6-4533-BA1D-64812A24BC94}"/>
              </a:ext>
            </a:extLst>
          </p:cNvPr>
          <p:cNvSpPr txBox="1"/>
          <p:nvPr/>
        </p:nvSpPr>
        <p:spPr>
          <a:xfrm>
            <a:off x="202116" y="4843054"/>
            <a:ext cx="6330315" cy="923330"/>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Loại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bỏ</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các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trường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hợp</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trung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lập</a:t>
            </a:r>
            <a:r>
              <a:rPr lang="en-US" dirty="0">
                <a:latin typeface="Helvetica" panose="020B0604020202020204" pitchFamily="34" charset="0"/>
                <a:cs typeface="Helvetica" panose="020B0604020202020204" pitchFamily="34" charset="0"/>
              </a:rPr>
              <a:t>, ta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cỡ</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mẫu</a:t>
            </a:r>
            <a:r>
              <a:rPr lang="en-US" dirty="0">
                <a:latin typeface="Helvetica" panose="020B0604020202020204" pitchFamily="34" charset="0"/>
                <a:cs typeface="Helvetica" panose="020B0604020202020204" pitchFamily="34" charset="0"/>
              </a:rPr>
              <a:t> n = 20 – 3 =17</a:t>
            </a:r>
          </a:p>
          <a:p>
            <a:pPr algn="just"/>
            <a:r>
              <a:rPr lang="en-US" dirty="0">
                <a:latin typeface="Helvetica" panose="020B0604020202020204" pitchFamily="34" charset="0"/>
                <a:cs typeface="Helvetica" panose="020B0604020202020204" pitchFamily="34" charset="0"/>
              </a:rPr>
              <a:t>Success = </a:t>
            </a:r>
            <a:r>
              <a:rPr lang="en-US" dirty="0" err="1">
                <a:latin typeface="Helvetica" panose="020B0604020202020204" pitchFamily="34" charset="0"/>
                <a:cs typeface="Helvetica" panose="020B0604020202020204" pitchFamily="34" charset="0"/>
              </a:rPr>
              <a:t>Số</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lượng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dấu</a:t>
            </a:r>
            <a:r>
              <a:rPr lang="en-US" dirty="0">
                <a:latin typeface="Helvetica" panose="020B0604020202020204" pitchFamily="34" charset="0"/>
                <a:cs typeface="Helvetica" panose="020B0604020202020204" pitchFamily="34" charset="0"/>
              </a:rPr>
              <a:t> (+) = 11</a:t>
            </a:r>
          </a:p>
        </p:txBody>
      </p:sp>
      <p:pic>
        <p:nvPicPr>
          <p:cNvPr id="3" name="Picture 2">
            <a:extLst>
              <a:ext uri="{FF2B5EF4-FFF2-40B4-BE49-F238E27FC236}">
                <a16:creationId xmlns:a16="http://schemas.microsoft.com/office/drawing/2014/main" id="{100AC546-8AF8-41DD-9E47-E2C5E3093791}"/>
              </a:ext>
            </a:extLst>
          </p:cNvPr>
          <p:cNvPicPr>
            <a:picLocks noChangeAspect="1"/>
          </p:cNvPicPr>
          <p:nvPr/>
        </p:nvPicPr>
        <p:blipFill>
          <a:blip r:embed="rId3"/>
          <a:stretch>
            <a:fillRect/>
          </a:stretch>
        </p:blipFill>
        <p:spPr>
          <a:xfrm>
            <a:off x="7381875" y="1160196"/>
            <a:ext cx="4608009" cy="5159641"/>
          </a:xfrm>
          <a:prstGeom prst="rect">
            <a:avLst/>
          </a:prstGeom>
        </p:spPr>
      </p:pic>
      <p:pic>
        <p:nvPicPr>
          <p:cNvPr id="10" name="Picture 9">
            <a:extLst>
              <a:ext uri="{FF2B5EF4-FFF2-40B4-BE49-F238E27FC236}">
                <a16:creationId xmlns:a16="http://schemas.microsoft.com/office/drawing/2014/main" id="{C222197D-8B09-4192-A130-6A5D4E550D5A}"/>
              </a:ext>
            </a:extLst>
          </p:cNvPr>
          <p:cNvPicPr>
            <a:picLocks noChangeAspect="1"/>
          </p:cNvPicPr>
          <p:nvPr/>
        </p:nvPicPr>
        <p:blipFill>
          <a:blip r:embed="rId4"/>
          <a:stretch>
            <a:fillRect/>
          </a:stretch>
        </p:blipFill>
        <p:spPr>
          <a:xfrm>
            <a:off x="97816" y="1202194"/>
            <a:ext cx="6950684" cy="3467100"/>
          </a:xfrm>
          <a:prstGeom prst="rect">
            <a:avLst/>
          </a:prstGeom>
          <a:ln>
            <a:solidFill>
              <a:schemeClr val="tx1"/>
            </a:solidFill>
          </a:ln>
        </p:spPr>
      </p:pic>
    </p:spTree>
    <p:extLst>
      <p:ext uri="{BB962C8B-B14F-4D97-AF65-F5344CB8AC3E}">
        <p14:creationId xmlns:p14="http://schemas.microsoft.com/office/powerpoint/2010/main" val="2041516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lstStyle/>
          <a:p>
            <a:r>
              <a:rPr lang="en-US" dirty="0">
                <a:solidFill>
                  <a:schemeClr val="bg1"/>
                </a:solidFill>
              </a:rPr>
              <a:t>1. SIGN TEST – </a:t>
            </a:r>
            <a:r>
              <a:rPr lang="en-US" dirty="0" err="1">
                <a:solidFill>
                  <a:schemeClr val="bg1"/>
                </a:solidFill>
              </a:rPr>
              <a:t>Ví</a:t>
            </a:r>
            <a:r>
              <a:rPr lang="en-US" dirty="0">
                <a:solidFill>
                  <a:schemeClr val="bg1"/>
                </a:solidFill>
              </a:rPr>
              <a:t> </a:t>
            </a:r>
            <a:r>
              <a:rPr lang="en-US" dirty="0" err="1">
                <a:solidFill>
                  <a:schemeClr val="bg1"/>
                </a:solidFill>
              </a:rPr>
              <a:t>dụ</a:t>
            </a:r>
            <a:r>
              <a:rPr lang="en-US" dirty="0">
                <a:solidFill>
                  <a:schemeClr val="bg1"/>
                </a:solidFill>
              </a:rPr>
              <a:t> 1 – </a:t>
            </a:r>
            <a:r>
              <a:rPr lang="en-US" dirty="0" err="1">
                <a:solidFill>
                  <a:schemeClr val="bg1"/>
                </a:solidFill>
              </a:rPr>
              <a:t>Dữ</a:t>
            </a:r>
            <a:r>
              <a:rPr lang="en-US" dirty="0">
                <a:solidFill>
                  <a:schemeClr val="bg1"/>
                </a:solidFill>
              </a:rPr>
              <a:t> </a:t>
            </a:r>
            <a:r>
              <a:rPr lang="en-US" dirty="0" err="1">
                <a:solidFill>
                  <a:schemeClr val="bg1"/>
                </a:solidFill>
              </a:rPr>
              <a:t>liệu</a:t>
            </a:r>
            <a:r>
              <a:rPr lang="en-US" dirty="0">
                <a:solidFill>
                  <a:schemeClr val="bg1"/>
                </a:solidFill>
              </a:rPr>
              <a:t> </a:t>
            </a:r>
            <a:r>
              <a:rPr lang="en-US" dirty="0" err="1">
                <a:solidFill>
                  <a:schemeClr val="bg1"/>
                </a:solidFill>
              </a:rPr>
              <a:t>định</a:t>
            </a:r>
            <a:r>
              <a:rPr lang="en-US" dirty="0">
                <a:solidFill>
                  <a:schemeClr val="bg1"/>
                </a:solidFill>
              </a:rPr>
              <a:t> </a:t>
            </a:r>
            <a:r>
              <a:rPr lang="en-US" dirty="0" err="1">
                <a:solidFill>
                  <a:schemeClr val="bg1"/>
                </a:solidFill>
              </a:rPr>
              <a:t>tính</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6</a:t>
            </a:fld>
            <a:endParaRPr lang="en-US" dirty="0">
              <a:cs typeface="Helvetica" panose="020B0604020202020204" pitchFamily="34" charset="0"/>
            </a:endParaRPr>
          </a:p>
        </p:txBody>
      </p:sp>
      <p:pic>
        <p:nvPicPr>
          <p:cNvPr id="3" name="Picture 2">
            <a:extLst>
              <a:ext uri="{FF2B5EF4-FFF2-40B4-BE49-F238E27FC236}">
                <a16:creationId xmlns:a16="http://schemas.microsoft.com/office/drawing/2014/main" id="{100AC546-8AF8-41DD-9E47-E2C5E3093791}"/>
              </a:ext>
            </a:extLst>
          </p:cNvPr>
          <p:cNvPicPr>
            <a:picLocks noChangeAspect="1"/>
          </p:cNvPicPr>
          <p:nvPr/>
        </p:nvPicPr>
        <p:blipFill>
          <a:blip r:embed="rId3"/>
          <a:stretch>
            <a:fillRect/>
          </a:stretch>
        </p:blipFill>
        <p:spPr>
          <a:xfrm>
            <a:off x="7381875" y="1160196"/>
            <a:ext cx="4608009" cy="5159641"/>
          </a:xfrm>
          <a:prstGeom prst="rect">
            <a:avLst/>
          </a:prstGeom>
        </p:spPr>
      </p:pic>
      <p:pic>
        <p:nvPicPr>
          <p:cNvPr id="4" name="Picture 3">
            <a:extLst>
              <a:ext uri="{FF2B5EF4-FFF2-40B4-BE49-F238E27FC236}">
                <a16:creationId xmlns:a16="http://schemas.microsoft.com/office/drawing/2014/main" id="{242B6D69-AFF1-4635-80C4-57C197FC3F62}"/>
              </a:ext>
            </a:extLst>
          </p:cNvPr>
          <p:cNvPicPr>
            <a:picLocks noChangeAspect="1"/>
          </p:cNvPicPr>
          <p:nvPr/>
        </p:nvPicPr>
        <p:blipFill>
          <a:blip r:embed="rId4"/>
          <a:stretch>
            <a:fillRect/>
          </a:stretch>
        </p:blipFill>
        <p:spPr>
          <a:xfrm>
            <a:off x="202116" y="1256169"/>
            <a:ext cx="6913059" cy="3030081"/>
          </a:xfrm>
          <a:prstGeom prst="rect">
            <a:avLst/>
          </a:prstGeom>
          <a:ln>
            <a:solidFill>
              <a:schemeClr val="tx1"/>
            </a:solidFill>
          </a:ln>
        </p:spPr>
      </p:pic>
      <mc:AlternateContent xmlns:mc="http://schemas.openxmlformats.org/markup-compatibility/2006" xmlns:a14="http://schemas.microsoft.com/office/drawing/2010/main">
        <mc:Choice Requires="a14">
          <p:sp>
            <p:nvSpPr>
              <p:cNvPr id="10" name="Rectangle: Rounded Corners 9">
                <a:extLst>
                  <a:ext uri="{FF2B5EF4-FFF2-40B4-BE49-F238E27FC236}">
                    <a16:creationId xmlns:a16="http://schemas.microsoft.com/office/drawing/2014/main" id="{7C0E40C9-9F06-4BA1-95B0-3077E4B21932}"/>
                  </a:ext>
                </a:extLst>
              </p:cNvPr>
              <p:cNvSpPr/>
              <p:nvPr/>
            </p:nvSpPr>
            <p:spPr>
              <a:xfrm>
                <a:off x="202115" y="4387284"/>
                <a:ext cx="6913059" cy="183152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Helvetica" panose="020B0604020202020204" pitchFamily="34" charset="0"/>
                    <a:cs typeface="Helvetica" panose="020B0604020202020204" pitchFamily="34" charset="0"/>
                  </a:rPr>
                  <a:t>Ta </a:t>
                </a:r>
                <a:r>
                  <a:rPr lang="en-US" dirty="0" err="1">
                    <a:solidFill>
                      <a:schemeClr val="tx1"/>
                    </a:solidFill>
                    <a:latin typeface="Helvetica" panose="020B0604020202020204" pitchFamily="34" charset="0"/>
                    <a:cs typeface="Helvetica" panose="020B0604020202020204" pitchFamily="34" charset="0"/>
                  </a:rPr>
                  <a:t>thấy</a:t>
                </a:r>
                <a:r>
                  <a:rPr lang="en-US" dirty="0">
                    <a:solidFill>
                      <a:schemeClr val="tx1"/>
                    </a:solidFill>
                    <a:latin typeface="Helvetica" panose="020B0604020202020204" pitchFamily="34" charset="0"/>
                    <a:cs typeface="Helvetica" panose="020B0604020202020204" pitchFamily="34" charset="0"/>
                  </a:rPr>
                  <a:t> p-value = 0.1662 &gt; </a:t>
                </a:r>
                <a14:m>
                  <m:oMath xmlns:m="http://schemas.openxmlformats.org/officeDocument/2006/math">
                    <m:r>
                      <a:rPr lang="el-GR" b="0" i="1" smtClean="0">
                        <a:solidFill>
                          <a:schemeClr val="tx1"/>
                        </a:solidFill>
                        <a:latin typeface="Cambria Math" panose="02040503050406030204" pitchFamily="18" charset="0"/>
                        <a:cs typeface="Helvetica" panose="020B0604020202020204" pitchFamily="34" charset="0"/>
                      </a:rPr>
                      <m:t>𝛼</m:t>
                    </m:r>
                  </m:oMath>
                </a14:m>
                <a:r>
                  <a:rPr lang="en-US" dirty="0">
                    <a:solidFill>
                      <a:schemeClr val="tx1"/>
                    </a:solidFill>
                    <a:latin typeface="Helvetica" panose="020B0604020202020204" pitchFamily="34" charset="0"/>
                    <a:cs typeface="Helvetica" panose="020B0604020202020204" pitchFamily="34" charset="0"/>
                  </a:rPr>
                  <a:t> = 0.05</a:t>
                </a:r>
              </a:p>
              <a:p>
                <a:pPr algn="just"/>
                <a:r>
                  <a:rPr lang="en-US" b="1" dirty="0">
                    <a:solidFill>
                      <a:schemeClr val="tx1"/>
                    </a:solidFill>
                    <a:latin typeface="Helvetica" panose="020B0604020202020204" pitchFamily="34" charset="0"/>
                    <a:cs typeface="Helvetica" panose="020B0604020202020204" pitchFamily="34" charset="0"/>
                  </a:rPr>
                  <a:t>=&gt; </a:t>
                </a:r>
                <a:r>
                  <a:rPr lang="en-US" b="1" dirty="0" err="1">
                    <a:solidFill>
                      <a:schemeClr val="tx1"/>
                    </a:solidFill>
                    <a:latin typeface="Helvetica" panose="020B0604020202020204" pitchFamily="34" charset="0"/>
                    <a:cs typeface="Helvetica" panose="020B0604020202020204" pitchFamily="34" charset="0"/>
                  </a:rPr>
                  <a:t>Chưa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có</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cơ</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sở</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bỏ</a:t>
                </a:r>
                <a:r>
                  <a:rPr lang="en-US" b="1"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0</m:t>
                        </m:r>
                      </m:sub>
                    </m:sSub>
                  </m:oMath>
                </a14:m>
                <a:r>
                  <a:rPr lang="en-US" b="1" dirty="0">
                    <a:solidFill>
                      <a:schemeClr val="tx1"/>
                    </a:solidFill>
                    <a:latin typeface="Helvetica" panose="020B0604020202020204" pitchFamily="34" charset="0"/>
                    <a:cs typeface="Helvetica" panose="020B0604020202020204" pitchFamily="34" charset="0"/>
                  </a:rPr>
                  <a:t>, hay </a:t>
                </a:r>
                <a:r>
                  <a:rPr lang="en-US" b="1" dirty="0" err="1">
                    <a:solidFill>
                      <a:schemeClr val="tx1"/>
                    </a:solidFill>
                    <a:latin typeface="Helvetica" panose="020B0604020202020204" pitchFamily="34" charset="0"/>
                    <a:cs typeface="Helvetica" panose="020B0604020202020204" pitchFamily="34" charset="0"/>
                  </a:rPr>
                  <a:t>nói</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cách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khác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là</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chưa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thể</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kết</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luận</a:t>
                </a:r>
                <a:r>
                  <a:rPr lang="en-US" b="1" dirty="0">
                    <a:solidFill>
                      <a:schemeClr val="tx1"/>
                    </a:solidFill>
                    <a:latin typeface="Helvetica" panose="020B0604020202020204" pitchFamily="34" charset="0"/>
                    <a:cs typeface="Helvetica" panose="020B0604020202020204" pitchFamily="34" charset="0"/>
                  </a:rPr>
                  <a:t> Chatbot AI </a:t>
                </a:r>
                <a:r>
                  <a:rPr lang="en-US" b="1" dirty="0" err="1">
                    <a:solidFill>
                      <a:schemeClr val="tx1"/>
                    </a:solidFill>
                    <a:latin typeface="Helvetica" panose="020B0604020202020204" pitchFamily="34" charset="0"/>
                    <a:cs typeface="Helvetica" panose="020B0604020202020204" pitchFamily="34" charset="0"/>
                  </a:rPr>
                  <a:t>tốt</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hơn</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nhân</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viên</a:t>
                </a:r>
                <a:r>
                  <a:rPr lang="en-US" b="1" dirty="0">
                    <a:solidFill>
                      <a:schemeClr val="tx1"/>
                    </a:solidFill>
                    <a:latin typeface="Helvetica" panose="020B0604020202020204" pitchFamily="34" charset="0"/>
                    <a:cs typeface="Helvetica" panose="020B0604020202020204" pitchFamily="34" charset="0"/>
                  </a:rPr>
                  <a:t> CSKH hay </a:t>
                </a:r>
                <a:r>
                  <a:rPr lang="en-US" b="1" dirty="0" err="1">
                    <a:solidFill>
                      <a:schemeClr val="tx1"/>
                    </a:solidFill>
                    <a:latin typeface="Helvetica" panose="020B0604020202020204" pitchFamily="34" charset="0"/>
                    <a:cs typeface="Helvetica" panose="020B0604020202020204" pitchFamily="34" charset="0"/>
                  </a:rPr>
                  <a:t>không</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công</a:t>
                </a:r>
                <a:r>
                  <a:rPr lang="en-US" b="1" dirty="0">
                    <a:solidFill>
                      <a:schemeClr val="tx1"/>
                    </a:solidFill>
                    <a:latin typeface="Helvetica" panose="020B0604020202020204" pitchFamily="34" charset="0"/>
                    <a:cs typeface="Helvetica" panose="020B0604020202020204" pitchFamily="34" charset="0"/>
                  </a:rPr>
                  <a:t> ty </a:t>
                </a:r>
                <a:r>
                  <a:rPr lang="en-US" b="1" dirty="0" err="1">
                    <a:solidFill>
                      <a:schemeClr val="tx1"/>
                    </a:solidFill>
                    <a:latin typeface="Helvetica" panose="020B0604020202020204" pitchFamily="34" charset="0"/>
                    <a:cs typeface="Helvetica" panose="020B0604020202020204" pitchFamily="34" charset="0"/>
                  </a:rPr>
                  <a:t>cần</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khảo</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sát</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thêm</a:t>
                </a:r>
                <a:endParaRPr lang="en-US" b="1" dirty="0">
                  <a:solidFill>
                    <a:schemeClr val="tx1"/>
                  </a:solidFill>
                  <a:latin typeface="Helvetica" panose="020B0604020202020204" pitchFamily="34" charset="0"/>
                  <a:cs typeface="Helvetica" panose="020B0604020202020204" pitchFamily="34" charset="0"/>
                </a:endParaRPr>
              </a:p>
            </p:txBody>
          </p:sp>
        </mc:Choice>
        <mc:Fallback xmlns="">
          <p:sp>
            <p:nvSpPr>
              <p:cNvPr id="10" name="Rectangle: Rounded Corners 9">
                <a:extLst>
                  <a:ext uri="{FF2B5EF4-FFF2-40B4-BE49-F238E27FC236}">
                    <a16:creationId xmlns:a16="http://schemas.microsoft.com/office/drawing/2014/main" id="{7C0E40C9-9F06-4BA1-95B0-3077E4B21932}"/>
                  </a:ext>
                </a:extLst>
              </p:cNvPr>
              <p:cNvSpPr>
                <a:spLocks noRot="1" noChangeAspect="1" noMove="1" noResize="1" noEditPoints="1" noAdjustHandles="1" noChangeArrowheads="1" noChangeShapeType="1" noTextEdit="1"/>
              </p:cNvSpPr>
              <p:nvPr/>
            </p:nvSpPr>
            <p:spPr>
              <a:xfrm>
                <a:off x="202115" y="4387284"/>
                <a:ext cx="6913059" cy="1831520"/>
              </a:xfrm>
              <a:prstGeom prst="round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84184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lstStyle/>
          <a:p>
            <a:r>
              <a:rPr lang="en-US" dirty="0">
                <a:solidFill>
                  <a:schemeClr val="bg1"/>
                </a:solidFill>
              </a:rPr>
              <a:t>1. SIGN TEST – </a:t>
            </a:r>
            <a:r>
              <a:rPr lang="en-US" dirty="0" err="1">
                <a:solidFill>
                  <a:schemeClr val="bg1"/>
                </a:solidFill>
              </a:rPr>
              <a:t>Ví</a:t>
            </a:r>
            <a:r>
              <a:rPr lang="en-US" dirty="0">
                <a:solidFill>
                  <a:schemeClr val="bg1"/>
                </a:solidFill>
              </a:rPr>
              <a:t> </a:t>
            </a:r>
            <a:r>
              <a:rPr lang="en-US" dirty="0" err="1">
                <a:solidFill>
                  <a:schemeClr val="bg1"/>
                </a:solidFill>
              </a:rPr>
              <a:t>dụ</a:t>
            </a:r>
            <a:r>
              <a:rPr lang="en-US" dirty="0">
                <a:solidFill>
                  <a:schemeClr val="bg1"/>
                </a:solidFill>
              </a:rPr>
              <a:t> 2 – Paired Data</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7</a:t>
            </a:fld>
            <a:endParaRPr lang="en-US" dirty="0">
              <a:cs typeface="Helvetica" panose="020B0604020202020204" pitchFamily="34" charset="0"/>
            </a:endParaRPr>
          </a:p>
        </p:txBody>
      </p:sp>
      <p:sp>
        <p:nvSpPr>
          <p:cNvPr id="12" name="TextBox 11">
            <a:extLst>
              <a:ext uri="{FF2B5EF4-FFF2-40B4-BE49-F238E27FC236}">
                <a16:creationId xmlns:a16="http://schemas.microsoft.com/office/drawing/2014/main" id="{07BC16D8-17B6-4533-BA1D-64812A24BC94}"/>
              </a:ext>
            </a:extLst>
          </p:cNvPr>
          <p:cNvSpPr txBox="1"/>
          <p:nvPr/>
        </p:nvSpPr>
        <p:spPr>
          <a:xfrm>
            <a:off x="266700" y="1271179"/>
            <a:ext cx="11553825" cy="646331"/>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Nếu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chúng</a:t>
            </a:r>
            <a:r>
              <a:rPr lang="en-US" dirty="0">
                <a:latin typeface="Helvetica" panose="020B0604020202020204" pitchFamily="34" charset="0"/>
                <a:cs typeface="Helvetica" panose="020B0604020202020204" pitchFamily="34" charset="0"/>
              </a:rPr>
              <a:t> ta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dữ</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ghép</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nối</a:t>
            </a:r>
            <a:r>
              <a:rPr lang="en-US" dirty="0">
                <a:latin typeface="Helvetica" panose="020B0604020202020204" pitchFamily="34" charset="0"/>
                <a:cs typeface="Helvetica" panose="020B0604020202020204" pitchFamily="34" charset="0"/>
              </a:rPr>
              <a:t> (“before” </a:t>
            </a:r>
            <a:r>
              <a:rPr lang="en-US" dirty="0" err="1">
                <a:latin typeface="Helvetica" panose="020B0604020202020204" pitchFamily="34" charset="0"/>
                <a:cs typeface="Helvetica" panose="020B0604020202020204" pitchFamily="34" charset="0"/>
              </a:rPr>
              <a:t>và</a:t>
            </a:r>
            <a:r>
              <a:rPr lang="en-US" dirty="0">
                <a:latin typeface="Helvetica" panose="020B0604020202020204" pitchFamily="34" charset="0"/>
                <a:cs typeface="Helvetica" panose="020B0604020202020204" pitchFamily="34" charset="0"/>
              </a:rPr>
              <a:t> “after”) </a:t>
            </a:r>
            <a:r>
              <a:rPr lang="en-US" dirty="0" err="1">
                <a:latin typeface="Helvetica" panose="020B0604020202020204" pitchFamily="34" charset="0"/>
                <a:cs typeface="Helvetica" panose="020B0604020202020204" pitchFamily="34" charset="0"/>
              </a:rPr>
              <a:t>cho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mẫu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độc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lập</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chúng</a:t>
            </a:r>
            <a:r>
              <a:rPr lang="en-US" dirty="0">
                <a:latin typeface="Helvetica" panose="020B0604020202020204" pitchFamily="34" charset="0"/>
                <a:cs typeface="Helvetica" panose="020B0604020202020204" pitchFamily="34" charset="0"/>
              </a:rPr>
              <a:t> ta </a:t>
            </a:r>
            <a:r>
              <a:rPr lang="en-US" dirty="0" err="1">
                <a:latin typeface="Helvetica" panose="020B0604020202020204" pitchFamily="34" charset="0"/>
                <a:cs typeface="Helvetica" panose="020B0604020202020204" pitchFamily="34" charset="0"/>
              </a:rPr>
              <a:t>dùng</a:t>
            </a:r>
            <a:r>
              <a:rPr lang="en-US" dirty="0">
                <a:latin typeface="Helvetica" panose="020B0604020202020204" pitchFamily="34" charset="0"/>
                <a:cs typeface="Helvetica" panose="020B0604020202020204" pitchFamily="34" charset="0"/>
              </a:rPr>
              <a:t> SIGN TEST </a:t>
            </a:r>
            <a:r>
              <a:rPr lang="en-US" dirty="0" err="1">
                <a:latin typeface="Helvetica" panose="020B0604020202020204" pitchFamily="34" charset="0"/>
                <a:cs typeface="Helvetica" panose="020B0604020202020204" pitchFamily="34" charset="0"/>
              </a:rPr>
              <a:t>để</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giá</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trị</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trước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và</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sau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khác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biệt</a:t>
            </a:r>
            <a:r>
              <a:rPr lang="en-US" dirty="0">
                <a:latin typeface="Helvetica" panose="020B0604020202020204" pitchFamily="34" charset="0"/>
                <a:cs typeface="Helvetica" panose="020B0604020202020204" pitchFamily="34" charset="0"/>
              </a:rPr>
              <a:t> hay </a:t>
            </a:r>
            <a:r>
              <a:rPr lang="en-US" dirty="0" err="1">
                <a:latin typeface="Helvetica" panose="020B0604020202020204" pitchFamily="34" charset="0"/>
                <a:cs typeface="Helvetica" panose="020B0604020202020204" pitchFamily="34" charset="0"/>
              </a:rPr>
              <a:t>không</a:t>
            </a:r>
            <a:endParaRPr lang="en-US"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19" name="Rectangle: Rounded Corners 9">
                <a:extLst>
                  <a:ext uri="{FF2B5EF4-FFF2-40B4-BE49-F238E27FC236}">
                    <a16:creationId xmlns:a16="http://schemas.microsoft.com/office/drawing/2014/main" id="{D3E74037-EC6E-4E6C-8D27-F71BA8EA066E}"/>
                  </a:ext>
                </a:extLst>
              </p:cNvPr>
              <p:cNvSpPr/>
              <p:nvPr/>
            </p:nvSpPr>
            <p:spPr>
              <a:xfrm>
                <a:off x="2676524" y="1917510"/>
                <a:ext cx="6000751" cy="17921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err="1">
                    <a:solidFill>
                      <a:schemeClr val="tx1"/>
                    </a:solidFill>
                    <a:latin typeface="Helvetica" panose="020B0604020202020204" pitchFamily="34" charset="0"/>
                    <a:cs typeface="Helvetica" panose="020B0604020202020204" pitchFamily="34" charset="0"/>
                  </a:rPr>
                  <a:t>Kiểm</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định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giả</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thuyết</a:t>
                </a:r>
                <a:r>
                  <a:rPr lang="en-US" b="1" dirty="0">
                    <a:solidFill>
                      <a:schemeClr val="tx1"/>
                    </a:solidFill>
                    <a:latin typeface="Helvetica" panose="020B0604020202020204" pitchFamily="34" charset="0"/>
                    <a:cs typeface="Helvetica" panose="020B0604020202020204" pitchFamily="34" charset="0"/>
                  </a:rPr>
                  <a:t>:</a:t>
                </a:r>
              </a:p>
              <a:p>
                <a:pPr algn="just"/>
                <a:endParaRPr lang="en-US" b="1" dirty="0">
                  <a:solidFill>
                    <a:schemeClr val="tx1"/>
                  </a:solidFill>
                  <a:latin typeface="Helvetica" panose="020B0604020202020204" pitchFamily="34" charset="0"/>
                  <a:cs typeface="Helvetica" panose="020B0604020202020204" pitchFamily="34" charset="0"/>
                </a:endParaRPr>
              </a:p>
              <a:p>
                <a:pPr algn="just"/>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0</m:t>
                        </m:r>
                      </m:sub>
                    </m:sSub>
                  </m:oMath>
                </a14:m>
                <a:r>
                  <a:rPr lang="en-US" dirty="0">
                    <a:solidFill>
                      <a:schemeClr val="tx1"/>
                    </a:solidFill>
                    <a:latin typeface="Helvetica" panose="020B0604020202020204" pitchFamily="34" charset="0"/>
                    <a:cs typeface="Helvetica" panose="020B0604020202020204" pitchFamily="34" charset="0"/>
                  </a:rPr>
                  <a:t> : </a:t>
                </a:r>
                <a:r>
                  <a:rPr lang="en-US" dirty="0" err="1">
                    <a:solidFill>
                      <a:schemeClr val="tx1"/>
                    </a:solidFill>
                    <a:latin typeface="Helvetica" panose="020B0604020202020204" pitchFamily="34" charset="0"/>
                    <a:cs typeface="Helvetica" panose="020B0604020202020204" pitchFamily="34" charset="0"/>
                  </a:rPr>
                  <a:t>Giá</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trị</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dương</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và</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âm</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là</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như</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nhau</a:t>
                </a:r>
                <a:endParaRPr lang="en-US" dirty="0">
                  <a:solidFill>
                    <a:schemeClr val="tx1"/>
                  </a:solidFill>
                  <a:latin typeface="Helvetica" panose="020B0604020202020204" pitchFamily="34" charset="0"/>
                  <a:cs typeface="Helvetica" panose="020B0604020202020204" pitchFamily="34" charset="0"/>
                </a:endParaRPr>
              </a:p>
              <a:p>
                <a:pPr algn="just"/>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1</m:t>
                        </m:r>
                      </m:sub>
                    </m:sSub>
                  </m:oMath>
                </a14:m>
                <a:r>
                  <a:rPr lang="en-US" dirty="0">
                    <a:solidFill>
                      <a:schemeClr val="tx1"/>
                    </a:solidFill>
                    <a:latin typeface="Helvetica" panose="020B0604020202020204" pitchFamily="34" charset="0"/>
                    <a:cs typeface="Helvetica" panose="020B0604020202020204" pitchFamily="34" charset="0"/>
                  </a:rPr>
                  <a:t> : </a:t>
                </a:r>
                <a:r>
                  <a:rPr lang="en-US" dirty="0" err="1">
                    <a:solidFill>
                      <a:schemeClr val="tx1"/>
                    </a:solidFill>
                    <a:latin typeface="Helvetica" panose="020B0604020202020204" pitchFamily="34" charset="0"/>
                    <a:cs typeface="Helvetica" panose="020B0604020202020204" pitchFamily="34" charset="0"/>
                  </a:rPr>
                  <a:t>Có</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sự</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khác</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biệt</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giữa</a:t>
                </a:r>
                <a:r>
                  <a:rPr lang="en-US" dirty="0">
                    <a:solidFill>
                      <a:schemeClr val="tx1"/>
                    </a:solidFill>
                    <a:latin typeface="Helvetica" panose="020B0604020202020204" pitchFamily="34" charset="0"/>
                    <a:cs typeface="Helvetica" panose="020B0604020202020204" pitchFamily="34" charset="0"/>
                  </a:rPr>
                  <a:t> 2 </a:t>
                </a:r>
                <a:r>
                  <a:rPr lang="en-US" dirty="0" err="1">
                    <a:solidFill>
                      <a:schemeClr val="tx1"/>
                    </a:solidFill>
                    <a:latin typeface="Helvetica" panose="020B0604020202020204" pitchFamily="34" charset="0"/>
                    <a:cs typeface="Helvetica" panose="020B0604020202020204" pitchFamily="34" charset="0"/>
                  </a:rPr>
                  <a:t>mẫu</a:t>
                </a:r>
                <a:r>
                  <a:rPr lang="en-US" dirty="0">
                    <a:solidFill>
                      <a:schemeClr val="tx1"/>
                    </a:solidFill>
                    <a:latin typeface="Helvetica" panose="020B0604020202020204" pitchFamily="34" charset="0"/>
                    <a:cs typeface="Helvetica" panose="020B0604020202020204" pitchFamily="34" charset="0"/>
                  </a:rPr>
                  <a:t> (&gt;;&lt; </a:t>
                </a:r>
                <a:r>
                  <a:rPr lang="en-US" dirty="0" err="1">
                    <a:solidFill>
                      <a:schemeClr val="tx1"/>
                    </a:solidFill>
                    <a:latin typeface="Helvetica" panose="020B0604020202020204" pitchFamily="34" charset="0"/>
                    <a:cs typeface="Helvetica" panose="020B0604020202020204" pitchFamily="34" charset="0"/>
                  </a:rPr>
                  <a:t>hoặc</a:t>
                </a:r>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r>
                      <a:rPr lang="en-US" dirty="0" smtClean="0">
                        <a:solidFill>
                          <a:schemeClr val="tx1"/>
                        </a:solidFill>
                        <a:latin typeface="Cambria Math" panose="02040503050406030204" pitchFamily="18" charset="0"/>
                      </a:rPr>
                      <m:t>≠</m:t>
                    </m:r>
                  </m:oMath>
                </a14:m>
                <a:r>
                  <a:rPr lang="en-US" dirty="0">
                    <a:solidFill>
                      <a:schemeClr val="tx1"/>
                    </a:solidFill>
                    <a:latin typeface="Helvetica" panose="020B0604020202020204" pitchFamily="34" charset="0"/>
                    <a:cs typeface="Helvetica" panose="020B0604020202020204" pitchFamily="34" charset="0"/>
                  </a:rPr>
                  <a:t>)</a:t>
                </a:r>
              </a:p>
              <a:p>
                <a:pPr marL="285750" indent="-285750" algn="just">
                  <a:buFont typeface="Arial" panose="020B0604020202020204" pitchFamily="34" charset="0"/>
                  <a:buChar char="•"/>
                </a:pPr>
                <a:endParaRPr lang="en-US" dirty="0">
                  <a:solidFill>
                    <a:schemeClr val="tx1"/>
                  </a:solidFill>
                  <a:latin typeface="Helvetica" panose="020B0604020202020204" pitchFamily="34" charset="0"/>
                  <a:cs typeface="Helvetica" panose="020B0604020202020204" pitchFamily="34" charset="0"/>
                </a:endParaRPr>
              </a:p>
            </p:txBody>
          </p:sp>
        </mc:Choice>
        <mc:Fallback xmlns="">
          <p:sp>
            <p:nvSpPr>
              <p:cNvPr id="19" name="Rectangle: Rounded Corners 9">
                <a:extLst>
                  <a:ext uri="{FF2B5EF4-FFF2-40B4-BE49-F238E27FC236}">
                    <a16:creationId xmlns:a16="http://schemas.microsoft.com/office/drawing/2014/main" id="{D3E74037-EC6E-4E6C-8D27-F71BA8EA066E}"/>
                  </a:ext>
                </a:extLst>
              </p:cNvPr>
              <p:cNvSpPr>
                <a:spLocks noRot="1" noChangeAspect="1" noMove="1" noResize="1" noEditPoints="1" noAdjustHandles="1" noChangeArrowheads="1" noChangeShapeType="1" noTextEdit="1"/>
              </p:cNvSpPr>
              <p:nvPr/>
            </p:nvSpPr>
            <p:spPr>
              <a:xfrm>
                <a:off x="2676524" y="1917510"/>
                <a:ext cx="6000751" cy="1792105"/>
              </a:xfrm>
              <a:prstGeom prst="roundRect">
                <a:avLst/>
              </a:prstGeom>
              <a:blipFill>
                <a:blip r:embed="rId3"/>
                <a:stretch>
                  <a:fillRect/>
                </a:stretch>
              </a:blipFill>
            </p:spPr>
            <p:txBody>
              <a:bodyPr/>
              <a:lstStyle/>
              <a:p>
                <a:r>
                  <a:rPr lang="en-US">
                    <a:noFill/>
                  </a:rPr>
                  <a:t> </a:t>
                </a:r>
              </a:p>
            </p:txBody>
          </p:sp>
        </mc:Fallback>
      </mc:AlternateContent>
      <p:sp>
        <p:nvSpPr>
          <p:cNvPr id="20" name="Left Brace 19">
            <a:extLst>
              <a:ext uri="{FF2B5EF4-FFF2-40B4-BE49-F238E27FC236}">
                <a16:creationId xmlns:a16="http://schemas.microsoft.com/office/drawing/2014/main" id="{77E8C734-E44D-4C18-916F-514B72CA5F8A}"/>
              </a:ext>
            </a:extLst>
          </p:cNvPr>
          <p:cNvSpPr/>
          <p:nvPr/>
        </p:nvSpPr>
        <p:spPr>
          <a:xfrm>
            <a:off x="2838451" y="2658250"/>
            <a:ext cx="342900" cy="609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0" name="Picture 29">
            <a:extLst>
              <a:ext uri="{FF2B5EF4-FFF2-40B4-BE49-F238E27FC236}">
                <a16:creationId xmlns:a16="http://schemas.microsoft.com/office/drawing/2014/main" id="{A0BE19E8-0322-41D3-B250-EBA733F9B10D}"/>
              </a:ext>
            </a:extLst>
          </p:cNvPr>
          <p:cNvPicPr>
            <a:picLocks noChangeAspect="1"/>
          </p:cNvPicPr>
          <p:nvPr/>
        </p:nvPicPr>
        <p:blipFill>
          <a:blip r:embed="rId4"/>
          <a:stretch>
            <a:fillRect/>
          </a:stretch>
        </p:blipFill>
        <p:spPr>
          <a:xfrm>
            <a:off x="1662112" y="4076700"/>
            <a:ext cx="7553325" cy="1371600"/>
          </a:xfrm>
          <a:prstGeom prst="rect">
            <a:avLst/>
          </a:prstGeom>
        </p:spPr>
      </p:pic>
    </p:spTree>
    <p:extLst>
      <p:ext uri="{BB962C8B-B14F-4D97-AF65-F5344CB8AC3E}">
        <p14:creationId xmlns:p14="http://schemas.microsoft.com/office/powerpoint/2010/main" val="1684493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lstStyle/>
          <a:p>
            <a:r>
              <a:rPr lang="en-US" dirty="0">
                <a:solidFill>
                  <a:schemeClr val="bg1"/>
                </a:solidFill>
              </a:rPr>
              <a:t>1. SIGN TEST – </a:t>
            </a:r>
            <a:r>
              <a:rPr lang="en-US" dirty="0" err="1">
                <a:solidFill>
                  <a:schemeClr val="bg1"/>
                </a:solidFill>
              </a:rPr>
              <a:t>Ví</a:t>
            </a:r>
            <a:r>
              <a:rPr lang="en-US" dirty="0">
                <a:solidFill>
                  <a:schemeClr val="bg1"/>
                </a:solidFill>
              </a:rPr>
              <a:t> </a:t>
            </a:r>
            <a:r>
              <a:rPr lang="en-US" dirty="0" err="1">
                <a:solidFill>
                  <a:schemeClr val="bg1"/>
                </a:solidFill>
              </a:rPr>
              <a:t>dụ</a:t>
            </a:r>
            <a:r>
              <a:rPr lang="en-US" dirty="0">
                <a:solidFill>
                  <a:schemeClr val="bg1"/>
                </a:solidFill>
              </a:rPr>
              <a:t> 2 – Paired Data</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8</a:t>
            </a:fld>
            <a:endParaRPr lang="en-US" dirty="0">
              <a:cs typeface="Helvetica" panose="020B0604020202020204" pitchFamily="34" charset="0"/>
            </a:endParaRPr>
          </a:p>
        </p:txBody>
      </p:sp>
      <p:sp>
        <p:nvSpPr>
          <p:cNvPr id="12" name="TextBox 11">
            <a:extLst>
              <a:ext uri="{FF2B5EF4-FFF2-40B4-BE49-F238E27FC236}">
                <a16:creationId xmlns:a16="http://schemas.microsoft.com/office/drawing/2014/main" id="{07BC16D8-17B6-4533-BA1D-64812A24BC94}"/>
              </a:ext>
            </a:extLst>
          </p:cNvPr>
          <p:cNvSpPr txBox="1"/>
          <p:nvPr/>
        </p:nvSpPr>
        <p:spPr>
          <a:xfrm>
            <a:off x="266700" y="1271178"/>
            <a:ext cx="11658601" cy="369332"/>
          </a:xfrm>
          <a:prstGeom prst="rect">
            <a:avLst/>
          </a:prstGeom>
          <a:noFill/>
        </p:spPr>
        <p:txBody>
          <a:bodyPr wrap="square" rtlCol="0">
            <a:spAutoFit/>
          </a:bodyPr>
          <a:lstStyle/>
          <a:p>
            <a:pPr algn="just"/>
            <a:r>
              <a:rPr lang="en-US" dirty="0">
                <a:latin typeface="Helvetica" panose="020B0604020202020204" pitchFamily="34" charset="0"/>
                <a:cs typeface="Helvetica" panose="020B0604020202020204" pitchFamily="34" charset="0"/>
              </a:rPr>
              <a:t>Ta </a:t>
            </a:r>
            <a:r>
              <a:rPr lang="en-US" dirty="0" err="1">
                <a:latin typeface="Helvetica" panose="020B0604020202020204" pitchFamily="34" charset="0"/>
                <a:cs typeface="Helvetica" panose="020B0604020202020204" pitchFamily="34" charset="0"/>
              </a:rPr>
              <a:t>dùng</a:t>
            </a:r>
            <a:r>
              <a:rPr lang="en-US" dirty="0">
                <a:latin typeface="Helvetica" panose="020B0604020202020204" pitchFamily="34" charset="0"/>
                <a:cs typeface="Helvetica" panose="020B0604020202020204" pitchFamily="34" charset="0"/>
              </a:rPr>
              <a:t> function </a:t>
            </a:r>
            <a:r>
              <a:rPr lang="en-US" b="1" dirty="0" err="1">
                <a:solidFill>
                  <a:srgbClr val="FF0000"/>
                </a:solidFill>
                <a:latin typeface="Helvetica" panose="020B0604020202020204" pitchFamily="34" charset="0"/>
                <a:cs typeface="Helvetica" panose="020B0604020202020204" pitchFamily="34" charset="0"/>
              </a:rPr>
              <a:t>SIGN.test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trong</a:t>
            </a:r>
            <a:r>
              <a:rPr lang="en-US" dirty="0">
                <a:latin typeface="Helvetica" panose="020B0604020202020204" pitchFamily="34" charset="0"/>
                <a:cs typeface="Helvetica" panose="020B0604020202020204" pitchFamily="34" charset="0"/>
              </a:rPr>
              <a:t>  </a:t>
            </a:r>
            <a:r>
              <a:rPr lang="en-US" b="1" i="0" dirty="0">
                <a:effectLst/>
                <a:latin typeface="Helvetica" panose="020B0604020202020204" pitchFamily="34" charset="0"/>
                <a:cs typeface="Helvetica" panose="020B0604020202020204" pitchFamily="34" charset="0"/>
              </a:rPr>
              <a:t>package = BSDA </a:t>
            </a:r>
            <a:r>
              <a:rPr lang="en-US" dirty="0" err="1">
                <a:latin typeface="Helvetica" panose="020B0604020202020204" pitchFamily="34" charset="0"/>
                <a:cs typeface="Helvetica" panose="020B0604020202020204" pitchFamily="34" charset="0"/>
              </a:rPr>
              <a:t>để</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định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cặp</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giả</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thuyết</a:t>
            </a:r>
            <a:r>
              <a:rPr lang="en-US" dirty="0">
                <a:latin typeface="Helvetica" panose="020B0604020202020204" pitchFamily="34" charset="0"/>
                <a:cs typeface="Helvetica" panose="020B0604020202020204" pitchFamily="34" charset="0"/>
              </a:rPr>
              <a:t>:</a:t>
            </a:r>
          </a:p>
        </p:txBody>
      </p:sp>
      <p:pic>
        <p:nvPicPr>
          <p:cNvPr id="7" name="Picture 6">
            <a:extLst>
              <a:ext uri="{FF2B5EF4-FFF2-40B4-BE49-F238E27FC236}">
                <a16:creationId xmlns:a16="http://schemas.microsoft.com/office/drawing/2014/main" id="{42063905-5DB5-4064-A08F-9C67536F5ABC}"/>
              </a:ext>
            </a:extLst>
          </p:cNvPr>
          <p:cNvPicPr>
            <a:picLocks noChangeAspect="1"/>
          </p:cNvPicPr>
          <p:nvPr/>
        </p:nvPicPr>
        <p:blipFill>
          <a:blip r:embed="rId3"/>
          <a:stretch>
            <a:fillRect/>
          </a:stretch>
        </p:blipFill>
        <p:spPr>
          <a:xfrm>
            <a:off x="266700" y="1646961"/>
            <a:ext cx="11658601" cy="1168591"/>
          </a:xfrm>
          <a:prstGeom prst="rect">
            <a:avLst/>
          </a:prstGeom>
          <a:ln>
            <a:solidFill>
              <a:schemeClr val="tx1"/>
            </a:solidFill>
          </a:ln>
        </p:spPr>
      </p:pic>
      <p:pic>
        <p:nvPicPr>
          <p:cNvPr id="18" name="Picture 17">
            <a:extLst>
              <a:ext uri="{FF2B5EF4-FFF2-40B4-BE49-F238E27FC236}">
                <a16:creationId xmlns:a16="http://schemas.microsoft.com/office/drawing/2014/main" id="{1FAFB326-5400-4589-B58D-CD02A8AE5725}"/>
              </a:ext>
            </a:extLst>
          </p:cNvPr>
          <p:cNvPicPr>
            <a:picLocks noChangeAspect="1"/>
          </p:cNvPicPr>
          <p:nvPr/>
        </p:nvPicPr>
        <p:blipFill>
          <a:blip r:embed="rId4"/>
          <a:stretch>
            <a:fillRect/>
          </a:stretch>
        </p:blipFill>
        <p:spPr>
          <a:xfrm>
            <a:off x="266700" y="2905124"/>
            <a:ext cx="6029325" cy="3305176"/>
          </a:xfrm>
          <a:prstGeom prst="rect">
            <a:avLst/>
          </a:prstGeom>
          <a:ln>
            <a:solidFill>
              <a:schemeClr val="tx1"/>
            </a:solidFill>
          </a:ln>
        </p:spPr>
      </p:pic>
      <mc:AlternateContent xmlns:mc="http://schemas.openxmlformats.org/markup-compatibility/2006" xmlns:a14="http://schemas.microsoft.com/office/drawing/2010/main">
        <mc:Choice Requires="a14">
          <p:sp>
            <p:nvSpPr>
              <p:cNvPr id="25" name="Rectangle: Rounded Corners 24">
                <a:extLst>
                  <a:ext uri="{FF2B5EF4-FFF2-40B4-BE49-F238E27FC236}">
                    <a16:creationId xmlns:a16="http://schemas.microsoft.com/office/drawing/2014/main" id="{CFAED012-7E50-43D7-8727-49BB5E0620BC}"/>
                  </a:ext>
                </a:extLst>
              </p:cNvPr>
              <p:cNvSpPr/>
              <p:nvPr/>
            </p:nvSpPr>
            <p:spPr>
              <a:xfrm>
                <a:off x="6783890" y="3025208"/>
                <a:ext cx="5141409" cy="2918391"/>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Helvetica" panose="020B0604020202020204" pitchFamily="34" charset="0"/>
                    <a:cs typeface="Helvetica" panose="020B0604020202020204" pitchFamily="34" charset="0"/>
                  </a:rPr>
                  <a:t>Ta </a:t>
                </a:r>
                <a:r>
                  <a:rPr lang="en-US" dirty="0" err="1">
                    <a:solidFill>
                      <a:schemeClr val="tx1"/>
                    </a:solidFill>
                    <a:latin typeface="Helvetica" panose="020B0604020202020204" pitchFamily="34" charset="0"/>
                    <a:cs typeface="Helvetica" panose="020B0604020202020204" pitchFamily="34" charset="0"/>
                  </a:rPr>
                  <a:t>thấy</a:t>
                </a:r>
                <a:r>
                  <a:rPr lang="en-US" dirty="0">
                    <a:solidFill>
                      <a:schemeClr val="tx1"/>
                    </a:solidFill>
                    <a:latin typeface="Helvetica" panose="020B0604020202020204" pitchFamily="34" charset="0"/>
                    <a:cs typeface="Helvetica" panose="020B0604020202020204" pitchFamily="34" charset="0"/>
                  </a:rPr>
                  <a:t> p-value = 1 &gt; </a:t>
                </a:r>
                <a14:m>
                  <m:oMath xmlns:m="http://schemas.openxmlformats.org/officeDocument/2006/math">
                    <m:r>
                      <a:rPr lang="el-GR" b="0" i="1" smtClean="0">
                        <a:solidFill>
                          <a:schemeClr val="tx1"/>
                        </a:solidFill>
                        <a:latin typeface="Cambria Math" panose="02040503050406030204" pitchFamily="18" charset="0"/>
                        <a:cs typeface="Helvetica" panose="020B0604020202020204" pitchFamily="34" charset="0"/>
                      </a:rPr>
                      <m:t>𝛼</m:t>
                    </m:r>
                  </m:oMath>
                </a14:m>
                <a:r>
                  <a:rPr lang="en-US" dirty="0">
                    <a:solidFill>
                      <a:schemeClr val="tx1"/>
                    </a:solidFill>
                    <a:latin typeface="Helvetica" panose="020B0604020202020204" pitchFamily="34" charset="0"/>
                    <a:cs typeface="Helvetica" panose="020B0604020202020204" pitchFamily="34" charset="0"/>
                  </a:rPr>
                  <a:t> = 0.05</a:t>
                </a:r>
              </a:p>
              <a:p>
                <a:pPr algn="just"/>
                <a:r>
                  <a:rPr lang="en-US" b="1" dirty="0">
                    <a:solidFill>
                      <a:schemeClr val="tx1"/>
                    </a:solidFill>
                    <a:latin typeface="Helvetica" panose="020B0604020202020204" pitchFamily="34" charset="0"/>
                    <a:cs typeface="Helvetica" panose="020B0604020202020204" pitchFamily="34" charset="0"/>
                  </a:rPr>
                  <a:t>=&gt; </a:t>
                </a:r>
                <a:r>
                  <a:rPr lang="en-US" b="1" dirty="0" err="1">
                    <a:solidFill>
                      <a:schemeClr val="tx1"/>
                    </a:solidFill>
                    <a:latin typeface="Helvetica" panose="020B0604020202020204" pitchFamily="34" charset="0"/>
                    <a:cs typeface="Helvetica" panose="020B0604020202020204" pitchFamily="34" charset="0"/>
                  </a:rPr>
                  <a:t>Chưa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có</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cơ</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sở</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bỏ</a:t>
                </a:r>
                <a:r>
                  <a:rPr lang="en-US" b="1"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0</m:t>
                        </m:r>
                      </m:sub>
                    </m:sSub>
                  </m:oMath>
                </a14:m>
                <a:r>
                  <a:rPr lang="en-US" b="1" dirty="0">
                    <a:solidFill>
                      <a:schemeClr val="tx1"/>
                    </a:solidFill>
                    <a:latin typeface="Helvetica" panose="020B0604020202020204" pitchFamily="34" charset="0"/>
                    <a:cs typeface="Helvetica" panose="020B0604020202020204" pitchFamily="34" charset="0"/>
                  </a:rPr>
                  <a:t>, hay </a:t>
                </a:r>
                <a:r>
                  <a:rPr lang="en-US" b="1" dirty="0" err="1">
                    <a:solidFill>
                      <a:schemeClr val="tx1"/>
                    </a:solidFill>
                    <a:latin typeface="Helvetica" panose="020B0604020202020204" pitchFamily="34" charset="0"/>
                    <a:cs typeface="Helvetica" panose="020B0604020202020204" pitchFamily="34" charset="0"/>
                  </a:rPr>
                  <a:t>nói</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cách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khác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là</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chưa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thể</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kết</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luận</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kết</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quả</a:t>
                </a:r>
                <a:r>
                  <a:rPr lang="en-US" b="1" dirty="0">
                    <a:solidFill>
                      <a:schemeClr val="tx1"/>
                    </a:solidFill>
                    <a:latin typeface="Helvetica" panose="020B0604020202020204" pitchFamily="34" charset="0"/>
                    <a:cs typeface="Helvetica" panose="020B0604020202020204" pitchFamily="34" charset="0"/>
                  </a:rPr>
                  <a:t> before </a:t>
                </a:r>
                <a:r>
                  <a:rPr lang="en-US" b="1" dirty="0" err="1">
                    <a:solidFill>
                      <a:schemeClr val="tx1"/>
                    </a:solidFill>
                    <a:latin typeface="Helvetica" panose="020B0604020202020204" pitchFamily="34" charset="0"/>
                    <a:cs typeface="Helvetica" panose="020B0604020202020204" pitchFamily="34" charset="0"/>
                  </a:rPr>
                  <a:t>và</a:t>
                </a:r>
                <a:r>
                  <a:rPr lang="en-US" b="1" dirty="0">
                    <a:solidFill>
                      <a:schemeClr val="tx1"/>
                    </a:solidFill>
                    <a:latin typeface="Helvetica" panose="020B0604020202020204" pitchFamily="34" charset="0"/>
                    <a:cs typeface="Helvetica" panose="020B0604020202020204" pitchFamily="34" charset="0"/>
                  </a:rPr>
                  <a:t> after </a:t>
                </a:r>
                <a:r>
                  <a:rPr lang="en-US" b="1" dirty="0" err="1">
                    <a:solidFill>
                      <a:schemeClr val="tx1"/>
                    </a:solidFill>
                    <a:latin typeface="Helvetica" panose="020B0604020202020204" pitchFamily="34" charset="0"/>
                    <a:cs typeface="Helvetica" panose="020B0604020202020204" pitchFamily="34" charset="0"/>
                  </a:rPr>
                  <a:t>có</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khác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nhau</a:t>
                </a:r>
                <a:r>
                  <a:rPr lang="en-US" b="1" dirty="0">
                    <a:solidFill>
                      <a:schemeClr val="tx1"/>
                    </a:solidFill>
                    <a:latin typeface="Helvetica" panose="020B0604020202020204" pitchFamily="34" charset="0"/>
                    <a:cs typeface="Helvetica" panose="020B0604020202020204" pitchFamily="34" charset="0"/>
                  </a:rPr>
                  <a:t> hay </a:t>
                </a:r>
                <a:r>
                  <a:rPr lang="en-US" b="1" dirty="0" err="1">
                    <a:solidFill>
                      <a:schemeClr val="tx1"/>
                    </a:solidFill>
                    <a:latin typeface="Helvetica" panose="020B0604020202020204" pitchFamily="34" charset="0"/>
                    <a:cs typeface="Helvetica" panose="020B0604020202020204" pitchFamily="34" charset="0"/>
                  </a:rPr>
                  <a:t>không</a:t>
                </a:r>
                <a:r>
                  <a:rPr lang="en-US" b="1" dirty="0">
                    <a:solidFill>
                      <a:schemeClr val="tx1"/>
                    </a:solidFill>
                    <a:latin typeface="Helvetica" panose="020B0604020202020204" pitchFamily="34" charset="0"/>
                    <a:cs typeface="Helvetica" panose="020B0604020202020204" pitchFamily="34" charset="0"/>
                  </a:rPr>
                  <a:t>.</a:t>
                </a:r>
              </a:p>
            </p:txBody>
          </p:sp>
        </mc:Choice>
        <mc:Fallback xmlns="">
          <p:sp>
            <p:nvSpPr>
              <p:cNvPr id="25" name="Rectangle: Rounded Corners 24">
                <a:extLst>
                  <a:ext uri="{FF2B5EF4-FFF2-40B4-BE49-F238E27FC236}">
                    <a16:creationId xmlns:a16="http://schemas.microsoft.com/office/drawing/2014/main" id="{CFAED012-7E50-43D7-8727-49BB5E0620BC}"/>
                  </a:ext>
                </a:extLst>
              </p:cNvPr>
              <p:cNvSpPr>
                <a:spLocks noRot="1" noChangeAspect="1" noMove="1" noResize="1" noEditPoints="1" noAdjustHandles="1" noChangeArrowheads="1" noChangeShapeType="1" noTextEdit="1"/>
              </p:cNvSpPr>
              <p:nvPr/>
            </p:nvSpPr>
            <p:spPr>
              <a:xfrm>
                <a:off x="6783890" y="3025208"/>
                <a:ext cx="5141409" cy="2918391"/>
              </a:xfrm>
              <a:prstGeom prst="round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52194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lstStyle/>
          <a:p>
            <a:r>
              <a:rPr lang="en-US" dirty="0">
                <a:solidFill>
                  <a:schemeClr val="bg1"/>
                </a:solidFill>
              </a:rPr>
              <a:t>1. SIGN TEST – </a:t>
            </a:r>
            <a:r>
              <a:rPr lang="en-US" dirty="0" err="1">
                <a:solidFill>
                  <a:schemeClr val="bg1"/>
                </a:solidFill>
              </a:rPr>
              <a:t>Ví</a:t>
            </a:r>
            <a:r>
              <a:rPr lang="en-US" dirty="0">
                <a:solidFill>
                  <a:schemeClr val="bg1"/>
                </a:solidFill>
              </a:rPr>
              <a:t> </a:t>
            </a:r>
            <a:r>
              <a:rPr lang="en-US" dirty="0" err="1">
                <a:solidFill>
                  <a:schemeClr val="bg1"/>
                </a:solidFill>
              </a:rPr>
              <a:t>dụ</a:t>
            </a:r>
            <a:r>
              <a:rPr lang="en-US" dirty="0">
                <a:solidFill>
                  <a:schemeClr val="bg1"/>
                </a:solidFill>
              </a:rPr>
              <a:t> 3 – Non-paired data</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9</a:t>
            </a:fld>
            <a:endParaRPr lang="en-US" dirty="0">
              <a:cs typeface="Helvetica" panose="020B0604020202020204" pitchFamily="34" charset="0"/>
            </a:endParaRPr>
          </a:p>
        </p:txBody>
      </p:sp>
      <p:sp>
        <p:nvSpPr>
          <p:cNvPr id="12" name="TextBox 11">
            <a:extLst>
              <a:ext uri="{FF2B5EF4-FFF2-40B4-BE49-F238E27FC236}">
                <a16:creationId xmlns:a16="http://schemas.microsoft.com/office/drawing/2014/main" id="{07BC16D8-17B6-4533-BA1D-64812A24BC94}"/>
              </a:ext>
            </a:extLst>
          </p:cNvPr>
          <p:cNvSpPr txBox="1"/>
          <p:nvPr/>
        </p:nvSpPr>
        <p:spPr>
          <a:xfrm>
            <a:off x="266700" y="1271179"/>
            <a:ext cx="11649075" cy="369332"/>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Chúng</a:t>
            </a:r>
            <a:r>
              <a:rPr lang="en-US" dirty="0">
                <a:latin typeface="Helvetica" panose="020B0604020202020204" pitchFamily="34" charset="0"/>
                <a:cs typeface="Helvetica" panose="020B0604020202020204" pitchFamily="34" charset="0"/>
              </a:rPr>
              <a:t> ta </a:t>
            </a: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xem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trung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vị</a:t>
            </a:r>
            <a:r>
              <a:rPr lang="en-US" dirty="0">
                <a:latin typeface="Helvetica" panose="020B0604020202020204" pitchFamily="34" charset="0"/>
                <a:cs typeface="Helvetica" panose="020B0604020202020204" pitchFamily="34" charset="0"/>
              </a:rPr>
              <a:t> median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1 </a:t>
            </a:r>
            <a:r>
              <a:rPr lang="en-US" dirty="0" err="1">
                <a:latin typeface="Helvetica" panose="020B0604020202020204" pitchFamily="34" charset="0"/>
                <a:cs typeface="Helvetica" panose="020B0604020202020204" pitchFamily="34" charset="0"/>
              </a:rPr>
              <a:t>bộ</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dữ</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lớn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hơn</a:t>
            </a:r>
            <a:r>
              <a:rPr lang="en-US" dirty="0">
                <a:latin typeface="Helvetica" panose="020B0604020202020204" pitchFamily="34" charset="0"/>
                <a:cs typeface="Helvetica" panose="020B0604020202020204" pitchFamily="34" charset="0"/>
              </a:rPr>
              <a:t> 0.618 hay </a:t>
            </a:r>
            <a:r>
              <a:rPr lang="en-US" dirty="0" err="1">
                <a:latin typeface="Helvetica" panose="020B0604020202020204" pitchFamily="34" charset="0"/>
                <a:cs typeface="Helvetica" panose="020B0604020202020204" pitchFamily="34" charset="0"/>
              </a:rPr>
              <a:t>không</a:t>
            </a:r>
            <a:r>
              <a:rPr lang="en-US" dirty="0">
                <a:latin typeface="Helvetica" panose="020B0604020202020204" pitchFamily="34" charset="0"/>
                <a:cs typeface="Helvetica" panose="020B0604020202020204" pitchFamily="34" charset="0"/>
              </a:rPr>
              <a:t>?</a:t>
            </a:r>
          </a:p>
        </p:txBody>
      </p:sp>
      <p:pic>
        <p:nvPicPr>
          <p:cNvPr id="8" name="Picture 7">
            <a:extLst>
              <a:ext uri="{FF2B5EF4-FFF2-40B4-BE49-F238E27FC236}">
                <a16:creationId xmlns:a16="http://schemas.microsoft.com/office/drawing/2014/main" id="{497D68F5-B103-4ED9-B5FB-860D3BD31D5C}"/>
              </a:ext>
            </a:extLst>
          </p:cNvPr>
          <p:cNvPicPr>
            <a:picLocks noChangeAspect="1"/>
          </p:cNvPicPr>
          <p:nvPr/>
        </p:nvPicPr>
        <p:blipFill>
          <a:blip r:embed="rId3"/>
          <a:stretch>
            <a:fillRect/>
          </a:stretch>
        </p:blipFill>
        <p:spPr>
          <a:xfrm>
            <a:off x="190499" y="1720369"/>
            <a:ext cx="11801475" cy="1504950"/>
          </a:xfrm>
          <a:prstGeom prst="rect">
            <a:avLst/>
          </a:prstGeom>
          <a:ln>
            <a:solidFill>
              <a:schemeClr val="tx1"/>
            </a:solidFill>
          </a:ln>
        </p:spPr>
      </p:pic>
      <p:pic>
        <p:nvPicPr>
          <p:cNvPr id="13" name="Picture 12">
            <a:extLst>
              <a:ext uri="{FF2B5EF4-FFF2-40B4-BE49-F238E27FC236}">
                <a16:creationId xmlns:a16="http://schemas.microsoft.com/office/drawing/2014/main" id="{B12C72BB-1647-4BFE-8343-300A726BB676}"/>
              </a:ext>
            </a:extLst>
          </p:cNvPr>
          <p:cNvPicPr>
            <a:picLocks noChangeAspect="1"/>
          </p:cNvPicPr>
          <p:nvPr/>
        </p:nvPicPr>
        <p:blipFill>
          <a:blip r:embed="rId4"/>
          <a:stretch>
            <a:fillRect/>
          </a:stretch>
        </p:blipFill>
        <p:spPr>
          <a:xfrm>
            <a:off x="190499" y="3429000"/>
            <a:ext cx="6991351" cy="2495548"/>
          </a:xfrm>
          <a:prstGeom prst="rect">
            <a:avLst/>
          </a:prstGeom>
          <a:ln>
            <a:solidFill>
              <a:schemeClr val="tx1"/>
            </a:solidFill>
          </a:ln>
        </p:spPr>
      </p:pic>
      <mc:AlternateContent xmlns:mc="http://schemas.openxmlformats.org/markup-compatibility/2006" xmlns:a14="http://schemas.microsoft.com/office/drawing/2010/main">
        <mc:Choice Requires="a14">
          <p:sp>
            <p:nvSpPr>
              <p:cNvPr id="16" name="Rectangle: Rounded Corners 15">
                <a:extLst>
                  <a:ext uri="{FF2B5EF4-FFF2-40B4-BE49-F238E27FC236}">
                    <a16:creationId xmlns:a16="http://schemas.microsoft.com/office/drawing/2014/main" id="{57A098E0-D84E-44C1-ACF0-1F2D8C5FFAEE}"/>
                  </a:ext>
                </a:extLst>
              </p:cNvPr>
              <p:cNvSpPr/>
              <p:nvPr/>
            </p:nvSpPr>
            <p:spPr>
              <a:xfrm>
                <a:off x="7336340" y="3429000"/>
                <a:ext cx="4436560" cy="238125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Helvetica" panose="020B0604020202020204" pitchFamily="34" charset="0"/>
                    <a:cs typeface="Helvetica" panose="020B0604020202020204" pitchFamily="34" charset="0"/>
                  </a:rPr>
                  <a:t>Ta </a:t>
                </a:r>
                <a:r>
                  <a:rPr lang="en-US" dirty="0" err="1">
                    <a:solidFill>
                      <a:schemeClr val="tx1"/>
                    </a:solidFill>
                    <a:latin typeface="Helvetica" panose="020B0604020202020204" pitchFamily="34" charset="0"/>
                    <a:cs typeface="Helvetica" panose="020B0604020202020204" pitchFamily="34" charset="0"/>
                  </a:rPr>
                  <a:t>thấy</a:t>
                </a:r>
                <a:r>
                  <a:rPr lang="en-US" dirty="0">
                    <a:solidFill>
                      <a:schemeClr val="tx1"/>
                    </a:solidFill>
                    <a:latin typeface="Helvetica" panose="020B0604020202020204" pitchFamily="34" charset="0"/>
                    <a:cs typeface="Helvetica" panose="020B0604020202020204" pitchFamily="34" charset="0"/>
                  </a:rPr>
                  <a:t> p-value = 0.4073 &gt; </a:t>
                </a:r>
                <a14:m>
                  <m:oMath xmlns:m="http://schemas.openxmlformats.org/officeDocument/2006/math">
                    <m:r>
                      <a:rPr lang="el-GR" b="0" i="1" smtClean="0">
                        <a:solidFill>
                          <a:schemeClr val="tx1"/>
                        </a:solidFill>
                        <a:latin typeface="Cambria Math" panose="02040503050406030204" pitchFamily="18" charset="0"/>
                        <a:cs typeface="Helvetica" panose="020B0604020202020204" pitchFamily="34" charset="0"/>
                      </a:rPr>
                      <m:t>𝛼</m:t>
                    </m:r>
                  </m:oMath>
                </a14:m>
                <a:r>
                  <a:rPr lang="en-US" dirty="0">
                    <a:solidFill>
                      <a:schemeClr val="tx1"/>
                    </a:solidFill>
                    <a:latin typeface="Helvetica" panose="020B0604020202020204" pitchFamily="34" charset="0"/>
                    <a:cs typeface="Helvetica" panose="020B0604020202020204" pitchFamily="34" charset="0"/>
                  </a:rPr>
                  <a:t> = 0.05</a:t>
                </a:r>
              </a:p>
              <a:p>
                <a:pPr algn="just"/>
                <a:r>
                  <a:rPr lang="en-US" b="1" dirty="0">
                    <a:solidFill>
                      <a:schemeClr val="tx1"/>
                    </a:solidFill>
                    <a:latin typeface="Helvetica" panose="020B0604020202020204" pitchFamily="34" charset="0"/>
                    <a:cs typeface="Helvetica" panose="020B0604020202020204" pitchFamily="34" charset="0"/>
                  </a:rPr>
                  <a:t>=&gt; </a:t>
                </a:r>
                <a:r>
                  <a:rPr lang="en-US" b="1" dirty="0" err="1">
                    <a:solidFill>
                      <a:schemeClr val="tx1"/>
                    </a:solidFill>
                    <a:latin typeface="Helvetica" panose="020B0604020202020204" pitchFamily="34" charset="0"/>
                    <a:cs typeface="Helvetica" panose="020B0604020202020204" pitchFamily="34" charset="0"/>
                  </a:rPr>
                  <a:t>Chưa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có</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cơ</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sở</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bỏ</a:t>
                </a:r>
                <a:r>
                  <a:rPr lang="en-US" b="1"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0</m:t>
                        </m:r>
                      </m:sub>
                    </m:sSub>
                  </m:oMath>
                </a14:m>
                <a:r>
                  <a:rPr lang="en-US" b="1" dirty="0">
                    <a:solidFill>
                      <a:schemeClr val="tx1"/>
                    </a:solidFill>
                    <a:latin typeface="Helvetica" panose="020B0604020202020204" pitchFamily="34" charset="0"/>
                    <a:cs typeface="Helvetica" panose="020B0604020202020204" pitchFamily="34" charset="0"/>
                  </a:rPr>
                  <a:t>, hay </a:t>
                </a:r>
                <a:r>
                  <a:rPr lang="en-US" b="1" dirty="0" err="1">
                    <a:solidFill>
                      <a:schemeClr val="tx1"/>
                    </a:solidFill>
                    <a:latin typeface="Helvetica" panose="020B0604020202020204" pitchFamily="34" charset="0"/>
                    <a:cs typeface="Helvetica" panose="020B0604020202020204" pitchFamily="34" charset="0"/>
                  </a:rPr>
                  <a:t>nói</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cách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khác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là</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chưa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thể</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kết</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luận</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rằng</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trung</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bình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của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bộ</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dữ</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liệu</a:t>
                </a:r>
                <a:r>
                  <a:rPr lang="en-US" b="1" dirty="0">
                    <a:solidFill>
                      <a:schemeClr val="tx1"/>
                    </a:solidFill>
                    <a:latin typeface="Helvetica" panose="020B0604020202020204" pitchFamily="34" charset="0"/>
                    <a:cs typeface="Helvetica" panose="020B0604020202020204" pitchFamily="34" charset="0"/>
                  </a:rPr>
                  <a:t> &gt; 0.618</a:t>
                </a:r>
              </a:p>
            </p:txBody>
          </p:sp>
        </mc:Choice>
        <mc:Fallback xmlns="">
          <p:sp>
            <p:nvSpPr>
              <p:cNvPr id="16" name="Rectangle: Rounded Corners 15">
                <a:extLst>
                  <a:ext uri="{FF2B5EF4-FFF2-40B4-BE49-F238E27FC236}">
                    <a16:creationId xmlns:a16="http://schemas.microsoft.com/office/drawing/2014/main" id="{57A098E0-D84E-44C1-ACF0-1F2D8C5FFAEE}"/>
                  </a:ext>
                </a:extLst>
              </p:cNvPr>
              <p:cNvSpPr>
                <a:spLocks noRot="1" noChangeAspect="1" noMove="1" noResize="1" noEditPoints="1" noAdjustHandles="1" noChangeArrowheads="1" noChangeShapeType="1" noTextEdit="1"/>
              </p:cNvSpPr>
              <p:nvPr/>
            </p:nvSpPr>
            <p:spPr>
              <a:xfrm>
                <a:off x="7336340" y="3429000"/>
                <a:ext cx="4436560" cy="2381250"/>
              </a:xfrm>
              <a:prstGeom prst="round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367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r>
              <a:rPr lang="en-US" dirty="0">
                <a:solidFill>
                  <a:schemeClr val="bg1"/>
                </a:solidFill>
              </a:rPr>
              <a:t>2. WILCOXON SIGNED-RANK TEST</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10</a:t>
            </a:fld>
            <a:endParaRPr lang="en-US" dirty="0">
              <a:cs typeface="Helvetica" panose="020B0604020202020204" pitchFamily="34" charset="0"/>
            </a:endParaRPr>
          </a:p>
        </p:txBody>
      </p:sp>
      <p:sp>
        <p:nvSpPr>
          <p:cNvPr id="10" name="TextBox 9">
            <a:extLst>
              <a:ext uri="{FF2B5EF4-FFF2-40B4-BE49-F238E27FC236}">
                <a16:creationId xmlns:a16="http://schemas.microsoft.com/office/drawing/2014/main" id="{5DA1CD5C-5327-45F6-83E4-BF4D2D4A7664}"/>
              </a:ext>
            </a:extLst>
          </p:cNvPr>
          <p:cNvSpPr txBox="1"/>
          <p:nvPr/>
        </p:nvSpPr>
        <p:spPr>
          <a:xfrm>
            <a:off x="686136" y="1149277"/>
            <a:ext cx="11246934" cy="2062103"/>
          </a:xfrm>
          <a:prstGeom prst="rect">
            <a:avLst/>
          </a:prstGeom>
          <a:noFill/>
        </p:spPr>
        <p:txBody>
          <a:bodyPr wrap="square" rtlCol="0">
            <a:spAutoFit/>
          </a:bodyPr>
          <a:lstStyle/>
          <a:p>
            <a:pPr algn="just"/>
            <a:r>
              <a:rPr lang="vi-VN" sz="1600" b="1" dirty="0">
                <a:latin typeface="Helvetica" panose="020B0604020202020204" pitchFamily="34" charset="0"/>
                <a:cs typeface="Helvetica" panose="020B0604020202020204" pitchFamily="34" charset="0"/>
              </a:rPr>
              <a:t>Định nghĩa:</a:t>
            </a:r>
          </a:p>
          <a:p>
            <a:pPr marL="285750" indent="-285750" algn="just">
              <a:buFont typeface="Arial" panose="020B0604020202020204" pitchFamily="34" charset="0"/>
              <a:buChar char="•"/>
            </a:pPr>
            <a:r>
              <a:rPr lang="en-US" sz="1600" dirty="0" err="1">
                <a:latin typeface="Helvetica" panose="020B0604020202020204" pitchFamily="34" charset="0"/>
                <a:cs typeface="Helvetica" panose="020B0604020202020204" pitchFamily="34" charset="0"/>
              </a:rPr>
              <a:t>Là</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kiểm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định</a:t>
            </a:r>
            <a:r>
              <a:rPr lang="en-US" sz="1600" dirty="0">
                <a:latin typeface="Helvetica" panose="020B0604020202020204" pitchFamily="34" charset="0"/>
                <a:cs typeface="Helvetica" panose="020B0604020202020204" pitchFamily="34" charset="0"/>
              </a:rPr>
              <a:t> phi </a:t>
            </a:r>
            <a:r>
              <a:rPr lang="en-US" sz="1600" dirty="0" err="1">
                <a:latin typeface="Helvetica" panose="020B0604020202020204" pitchFamily="34" charset="0"/>
                <a:cs typeface="Helvetica" panose="020B0604020202020204" pitchFamily="34" charset="0"/>
              </a:rPr>
              <a:t>tham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số</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để</a:t>
            </a:r>
            <a:r>
              <a:rPr lang="en-US" sz="1600" dirty="0">
                <a:latin typeface="Helvetica" panose="020B0604020202020204" pitchFamily="34" charset="0"/>
                <a:cs typeface="Helvetica" panose="020B0604020202020204" pitchFamily="34" charset="0"/>
              </a:rPr>
              <a:t> so </a:t>
            </a:r>
            <a:r>
              <a:rPr lang="en-US" sz="1600" dirty="0" err="1">
                <a:latin typeface="Helvetica" panose="020B0604020202020204" pitchFamily="34" charset="0"/>
                <a:cs typeface="Helvetica" panose="020B0604020202020204" pitchFamily="34" charset="0"/>
              </a:rPr>
              <a:t>sánh</a:t>
            </a:r>
            <a:r>
              <a:rPr lang="en-US" sz="1600" dirty="0">
                <a:latin typeface="Helvetica" panose="020B0604020202020204" pitchFamily="34" charset="0"/>
                <a:cs typeface="Helvetica" panose="020B0604020202020204" pitchFamily="34" charset="0"/>
              </a:rPr>
              <a:t> 2 </a:t>
            </a:r>
            <a:r>
              <a:rPr lang="en-US" sz="1600" dirty="0" err="1">
                <a:latin typeface="Helvetica" panose="020B0604020202020204" pitchFamily="34" charset="0"/>
                <a:cs typeface="Helvetica" panose="020B0604020202020204" pitchFamily="34" charset="0"/>
              </a:rPr>
              <a:t>mẫu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liên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quan</a:t>
            </a:r>
            <a:r>
              <a:rPr lang="en-US" sz="1600" dirty="0">
                <a:latin typeface="Helvetica" panose="020B0604020202020204" pitchFamily="34" charset="0"/>
                <a:cs typeface="Helvetica" panose="020B0604020202020204" pitchFamily="34" charset="0"/>
              </a:rPr>
              <a:t> hay </a:t>
            </a:r>
            <a:r>
              <a:rPr lang="en-US" sz="1600" dirty="0" err="1">
                <a:latin typeface="Helvetica" panose="020B0604020202020204" pitchFamily="34" charset="0"/>
                <a:cs typeface="Helvetica" panose="020B0604020202020204" pitchFamily="34" charset="0"/>
              </a:rPr>
              <a:t>mẫu</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theo</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cặp</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Kiểm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tra</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xem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trung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bình</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của</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chúng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có</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khác</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nhau</a:t>
            </a:r>
            <a:r>
              <a:rPr lang="en-US" sz="1600" dirty="0">
                <a:latin typeface="Helvetica" panose="020B0604020202020204" pitchFamily="34" charset="0"/>
                <a:cs typeface="Helvetica" panose="020B0604020202020204" pitchFamily="34" charset="0"/>
              </a:rPr>
              <a:t> hay </a:t>
            </a:r>
            <a:r>
              <a:rPr lang="en-US" sz="1600" dirty="0" err="1">
                <a:latin typeface="Helvetica" panose="020B0604020202020204" pitchFamily="34" charset="0"/>
                <a:cs typeface="Helvetica" panose="020B0604020202020204" pitchFamily="34" charset="0"/>
              </a:rPr>
              <a:t>không</a:t>
            </a:r>
            <a:endParaRPr lang="vi-VN" sz="1600" dirty="0">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r>
              <a:rPr lang="en-US" sz="1600" dirty="0" err="1">
                <a:latin typeface="Helvetica" panose="020B0604020202020204" pitchFamily="34" charset="0"/>
                <a:cs typeface="Helvetica" panose="020B0604020202020204" pitchFamily="34" charset="0"/>
              </a:rPr>
              <a:t>Sử</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dụng</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để</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thay</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thế</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cho</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kiểm</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định</a:t>
            </a:r>
            <a:r>
              <a:rPr lang="en-US" sz="1600" dirty="0">
                <a:latin typeface="Helvetica" panose="020B0604020202020204" pitchFamily="34" charset="0"/>
                <a:cs typeface="Helvetica" panose="020B0604020202020204" pitchFamily="34" charset="0"/>
              </a:rPr>
              <a:t> paired t-test </a:t>
            </a:r>
            <a:r>
              <a:rPr lang="en-US" sz="1600" dirty="0" err="1">
                <a:latin typeface="Helvetica" panose="020B0604020202020204" pitchFamily="34" charset="0"/>
                <a:cs typeface="Helvetica" panose="020B0604020202020204" pitchFamily="34" charset="0"/>
              </a:rPr>
              <a:t>với</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tên</a:t>
            </a:r>
            <a:r>
              <a:rPr lang="en-US" sz="1600" dirty="0">
                <a:latin typeface="Helvetica" panose="020B0604020202020204" pitchFamily="34" charset="0"/>
                <a:cs typeface="Helvetica" panose="020B0604020202020204" pitchFamily="34" charset="0"/>
              </a:rPr>
              <a:t> </a:t>
            </a:r>
            <a:r>
              <a:rPr lang="en-US" sz="1600" dirty="0" err="1">
                <a:latin typeface="Helvetica" panose="020B0604020202020204" pitchFamily="34" charset="0"/>
                <a:cs typeface="Helvetica" panose="020B0604020202020204" pitchFamily="34" charset="0"/>
              </a:rPr>
              <a:t>gọi</a:t>
            </a:r>
            <a:r>
              <a:rPr lang="en-US" sz="1600" dirty="0">
                <a:latin typeface="Helvetica" panose="020B0604020202020204" pitchFamily="34" charset="0"/>
                <a:cs typeface="Helvetica" panose="020B0604020202020204" pitchFamily="34" charset="0"/>
              </a:rPr>
              <a:t> </a:t>
            </a:r>
            <a:r>
              <a:rPr lang="en-US" sz="1600" b="0" i="0" dirty="0">
                <a:solidFill>
                  <a:srgbClr val="40424E"/>
                </a:solidFill>
                <a:effectLst/>
                <a:latin typeface="urw-din"/>
              </a:rPr>
              <a:t>“</a:t>
            </a:r>
            <a:r>
              <a:rPr lang="en-US" sz="1600" b="0" i="0" dirty="0">
                <a:effectLst/>
                <a:latin typeface="Helvetica" panose="020B0604020202020204" pitchFamily="34" charset="0"/>
                <a:cs typeface="Helvetica" panose="020B0604020202020204" pitchFamily="34" charset="0"/>
              </a:rPr>
              <a:t>t-test for matched pairs” </a:t>
            </a:r>
            <a:r>
              <a:rPr lang="en-US" sz="1600" dirty="0" err="1">
                <a:latin typeface="Helvetica" panose="020B0604020202020204" pitchFamily="34" charset="0"/>
                <a:cs typeface="Helvetica" panose="020B0604020202020204" pitchFamily="34" charset="0"/>
              </a:rPr>
              <a:t>hoặc</a:t>
            </a:r>
            <a:r>
              <a:rPr lang="en-US" sz="1600" dirty="0">
                <a:latin typeface="Helvetica" panose="020B0604020202020204" pitchFamily="34" charset="0"/>
                <a:cs typeface="Helvetica" panose="020B0604020202020204" pitchFamily="34" charset="0"/>
              </a:rPr>
              <a:t> </a:t>
            </a:r>
            <a:r>
              <a:rPr lang="en-US" sz="1600" b="0" i="0" dirty="0">
                <a:effectLst/>
                <a:latin typeface="Helvetica" panose="020B0604020202020204" pitchFamily="34" charset="0"/>
                <a:cs typeface="Helvetica" panose="020B0604020202020204" pitchFamily="34" charset="0"/>
              </a:rPr>
              <a:t>“t-test for dependent samples” </a:t>
            </a:r>
            <a:r>
              <a:rPr lang="en-US" sz="1600" b="1" i="0" dirty="0" err="1">
                <a:effectLst/>
                <a:latin typeface="Helvetica" panose="020B0604020202020204" pitchFamily="34" charset="0"/>
                <a:cs typeface="Helvetica" panose="020B0604020202020204" pitchFamily="34" charset="0"/>
              </a:rPr>
              <a:t>khi</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không</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thể</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cùng</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giả</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định</a:t>
            </a:r>
            <a:r>
              <a:rPr lang="en-US" sz="1600" b="1" i="0" dirty="0">
                <a:effectLst/>
                <a:latin typeface="Helvetica" panose="020B0604020202020204" pitchFamily="34" charset="0"/>
                <a:cs typeface="Helvetica" panose="020B0604020202020204" pitchFamily="34" charset="0"/>
              </a:rPr>
              <a:t> 2 </a:t>
            </a:r>
            <a:r>
              <a:rPr lang="en-US" sz="1600" b="1" i="0" dirty="0" err="1">
                <a:effectLst/>
                <a:latin typeface="Helvetica" panose="020B0604020202020204" pitchFamily="34" charset="0"/>
                <a:cs typeface="Helvetica" panose="020B0604020202020204" pitchFamily="34" charset="0"/>
              </a:rPr>
              <a:t>mẫu</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có</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cùng</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phân</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phối</a:t>
            </a:r>
            <a:r>
              <a:rPr lang="en-US" sz="1600" b="1" i="0" dirty="0">
                <a:effectLst/>
                <a:latin typeface="Helvetica" panose="020B0604020202020204" pitchFamily="34" charset="0"/>
                <a:cs typeface="Helvetica" panose="020B0604020202020204" pitchFamily="34" charset="0"/>
              </a:rPr>
              <a:t> </a:t>
            </a:r>
            <a:r>
              <a:rPr lang="en-US" sz="1600" b="1" i="0" dirty="0" err="1">
                <a:effectLst/>
                <a:latin typeface="Helvetica" panose="020B0604020202020204" pitchFamily="34" charset="0"/>
                <a:cs typeface="Helvetica" panose="020B0604020202020204" pitchFamily="34" charset="0"/>
              </a:rPr>
              <a:t>chuẩn</a:t>
            </a:r>
            <a:endParaRPr lang="en-US" sz="1600" b="1" dirty="0">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r>
              <a:rPr lang="en-US" sz="1600" dirty="0" err="1">
                <a:latin typeface="Helvetica" panose="020B0604020202020204" pitchFamily="34" charset="0"/>
                <a:cs typeface="Helvetica" panose="020B0604020202020204" pitchFamily="34" charset="0"/>
              </a:rPr>
              <a:t>Có</a:t>
            </a:r>
            <a:r>
              <a:rPr lang="en-US" sz="1600" dirty="0">
                <a:latin typeface="Helvetica" panose="020B0604020202020204" pitchFamily="34" charset="0"/>
                <a:cs typeface="Helvetica" panose="020B0604020202020204" pitchFamily="34" charset="0"/>
              </a:rPr>
              <a:t> 2 </a:t>
            </a:r>
            <a:r>
              <a:rPr lang="en-US" sz="1600" dirty="0" err="1">
                <a:latin typeface="Helvetica" panose="020B0604020202020204" pitchFamily="34" charset="0"/>
                <a:cs typeface="Helvetica" panose="020B0604020202020204" pitchFamily="34" charset="0"/>
              </a:rPr>
              <a:t>dạng</a:t>
            </a:r>
            <a:r>
              <a:rPr lang="en-US" sz="1600" dirty="0">
                <a:latin typeface="Helvetica" panose="020B0604020202020204" pitchFamily="34" charset="0"/>
                <a:cs typeface="Helvetica" panose="020B0604020202020204" pitchFamily="34" charset="0"/>
              </a:rPr>
              <a:t> </a:t>
            </a:r>
            <a:r>
              <a:rPr lang="en-US" sz="1600" b="1" dirty="0">
                <a:latin typeface="Helvetica" panose="020B0604020202020204" pitchFamily="34" charset="0"/>
                <a:cs typeface="Helvetica" panose="020B0604020202020204" pitchFamily="34" charset="0"/>
              </a:rPr>
              <a:t>Wilcoxon Signed-Rank Test</a:t>
            </a:r>
            <a:r>
              <a:rPr lang="en-US" sz="1600" dirty="0">
                <a:latin typeface="Helvetica" panose="020B0604020202020204" pitchFamily="34" charset="0"/>
                <a:cs typeface="Helvetica" panose="020B0604020202020204" pitchFamily="34" charset="0"/>
              </a:rPr>
              <a:t>:</a:t>
            </a:r>
          </a:p>
          <a:p>
            <a:pPr marL="742950" lvl="1" indent="-285750" algn="just">
              <a:buFont typeface="Arial" panose="020B0604020202020204" pitchFamily="34" charset="0"/>
              <a:buChar char="•"/>
            </a:pPr>
            <a:r>
              <a:rPr lang="en-US" sz="1600" b="0" i="0" dirty="0">
                <a:effectLst/>
                <a:latin typeface="Helvetica" panose="020B0604020202020204" pitchFamily="34" charset="0"/>
                <a:cs typeface="Helvetica" panose="020B0604020202020204" pitchFamily="34" charset="0"/>
              </a:rPr>
              <a:t>One-Sample Wilcoxon Signed Rank Test</a:t>
            </a:r>
          </a:p>
          <a:p>
            <a:pPr marL="742950" lvl="1" indent="-285750" algn="just">
              <a:buFont typeface="Arial" panose="020B0604020202020204" pitchFamily="34" charset="0"/>
              <a:buChar char="•"/>
            </a:pPr>
            <a:r>
              <a:rPr lang="en-US" sz="1600" b="0" i="0" dirty="0">
                <a:effectLst/>
                <a:latin typeface="Helvetica" panose="020B0604020202020204" pitchFamily="34" charset="0"/>
                <a:cs typeface="Helvetica" panose="020B0604020202020204" pitchFamily="34" charset="0"/>
              </a:rPr>
              <a:t>Paired Samples Wilcoxon Test</a:t>
            </a:r>
          </a:p>
        </p:txBody>
      </p:sp>
      <p:pic>
        <p:nvPicPr>
          <p:cNvPr id="3" name="Picture 2">
            <a:extLst>
              <a:ext uri="{FF2B5EF4-FFF2-40B4-BE49-F238E27FC236}">
                <a16:creationId xmlns:a16="http://schemas.microsoft.com/office/drawing/2014/main" id="{7393664E-E669-4EBF-A682-1B2E03D12638}"/>
              </a:ext>
            </a:extLst>
          </p:cNvPr>
          <p:cNvPicPr>
            <a:picLocks noChangeAspect="1"/>
          </p:cNvPicPr>
          <p:nvPr/>
        </p:nvPicPr>
        <p:blipFill>
          <a:blip r:embed="rId3"/>
          <a:stretch>
            <a:fillRect/>
          </a:stretch>
        </p:blipFill>
        <p:spPr>
          <a:xfrm>
            <a:off x="614362" y="3300473"/>
            <a:ext cx="10863263" cy="2628900"/>
          </a:xfrm>
          <a:prstGeom prst="rect">
            <a:avLst/>
          </a:prstGeom>
          <a:ln>
            <a:solidFill>
              <a:schemeClr val="tx1"/>
            </a:solidFill>
          </a:ln>
        </p:spPr>
      </p:pic>
    </p:spTree>
    <p:extLst>
      <p:ext uri="{BB962C8B-B14F-4D97-AF65-F5344CB8AC3E}">
        <p14:creationId xmlns:p14="http://schemas.microsoft.com/office/powerpoint/2010/main" val="895202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fontScale="90000"/>
          </a:bodyPr>
          <a:lstStyle/>
          <a:p>
            <a:r>
              <a:rPr lang="en-US" dirty="0">
                <a:solidFill>
                  <a:schemeClr val="bg1"/>
                </a:solidFill>
              </a:rPr>
              <a:t>2. WILCOXON SIGNED-RANK TEST – One-Sample</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11</a:t>
            </a:fld>
            <a:endParaRPr lang="en-US" dirty="0">
              <a:cs typeface="Helvetica" panose="020B0604020202020204" pitchFamily="34" charset="0"/>
            </a:endParaRPr>
          </a:p>
        </p:txBody>
      </p:sp>
      <p:sp>
        <p:nvSpPr>
          <p:cNvPr id="10" name="TextBox 9">
            <a:extLst>
              <a:ext uri="{FF2B5EF4-FFF2-40B4-BE49-F238E27FC236}">
                <a16:creationId xmlns:a16="http://schemas.microsoft.com/office/drawing/2014/main" id="{5DA1CD5C-5327-45F6-83E4-BF4D2D4A7664}"/>
              </a:ext>
            </a:extLst>
          </p:cNvPr>
          <p:cNvSpPr txBox="1"/>
          <p:nvPr/>
        </p:nvSpPr>
        <p:spPr>
          <a:xfrm>
            <a:off x="295275" y="1149277"/>
            <a:ext cx="11637795" cy="1938992"/>
          </a:xfrm>
          <a:prstGeom prst="rect">
            <a:avLst/>
          </a:prstGeom>
          <a:noFill/>
        </p:spPr>
        <p:txBody>
          <a:bodyPr wrap="square" rtlCol="0">
            <a:spAutoFit/>
          </a:bodyPr>
          <a:lstStyle/>
          <a:p>
            <a:pPr algn="just"/>
            <a:r>
              <a:rPr lang="en-US" sz="2000" dirty="0" err="1">
                <a:latin typeface="Helvetica" panose="020B0604020202020204" pitchFamily="34" charset="0"/>
                <a:cs typeface="Helvetica" panose="020B0604020202020204" pitchFamily="34" charset="0"/>
              </a:rPr>
              <a:t>Sử</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dụng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mẫu</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là</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trọng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lượng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của</a:t>
            </a:r>
            <a:r>
              <a:rPr lang="en-US" sz="2000" dirty="0">
                <a:latin typeface="Helvetica" panose="020B0604020202020204" pitchFamily="34" charset="0"/>
                <a:cs typeface="Helvetica" panose="020B0604020202020204" pitchFamily="34" charset="0"/>
              </a:rPr>
              <a:t> 10 con </a:t>
            </a:r>
            <a:r>
              <a:rPr lang="en-US" sz="2000" dirty="0" err="1">
                <a:latin typeface="Helvetica" panose="020B0604020202020204" pitchFamily="34" charset="0"/>
                <a:cs typeface="Helvetica" panose="020B0604020202020204" pitchFamily="34" charset="0"/>
              </a:rPr>
              <a:t>thỏ</a:t>
            </a:r>
            <a:r>
              <a:rPr lang="en-US" sz="2000" dirty="0">
                <a:latin typeface="Helvetica" panose="020B0604020202020204" pitchFamily="34" charset="0"/>
                <a:cs typeface="Helvetica" panose="020B0604020202020204" pitchFamily="34" charset="0"/>
              </a:rPr>
              <a:t>: 1.2,1.5,2,2,2,2.5,3,4,4,2, </a:t>
            </a:r>
            <a:r>
              <a:rPr lang="en-US" sz="2000" dirty="0" err="1">
                <a:latin typeface="Helvetica" panose="020B0604020202020204" pitchFamily="34" charset="0"/>
                <a:cs typeface="Helvetica" panose="020B0604020202020204" pitchFamily="34" charset="0"/>
              </a:rPr>
              <a:t>kiểm</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tra</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xem</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trọng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lượng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trung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vị</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của</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thỏ</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có</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lớn</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hơn</a:t>
            </a:r>
            <a:r>
              <a:rPr lang="en-US" sz="2000" dirty="0">
                <a:latin typeface="Helvetica" panose="020B0604020202020204" pitchFamily="34" charset="0"/>
                <a:cs typeface="Helvetica" panose="020B0604020202020204" pitchFamily="34" charset="0"/>
              </a:rPr>
              <a:t> 2.1 kg hay </a:t>
            </a:r>
            <a:r>
              <a:rPr lang="en-US" sz="2000" dirty="0" err="1">
                <a:latin typeface="Helvetica" panose="020B0604020202020204" pitchFamily="34" charset="0"/>
                <a:cs typeface="Helvetica" panose="020B0604020202020204" pitchFamily="34" charset="0"/>
              </a:rPr>
              <a:t>không</a:t>
            </a:r>
            <a:r>
              <a:rPr lang="en-US" sz="2000" dirty="0">
                <a:latin typeface="Helvetica" panose="020B0604020202020204" pitchFamily="34" charset="0"/>
                <a:cs typeface="Helvetica" panose="020B0604020202020204" pitchFamily="34" charset="0"/>
              </a:rPr>
              <a:t>?</a:t>
            </a:r>
          </a:p>
          <a:p>
            <a:pPr algn="just"/>
            <a:endParaRPr lang="en-US" sz="2000" dirty="0">
              <a:latin typeface="Helvetica" panose="020B0604020202020204" pitchFamily="34" charset="0"/>
              <a:cs typeface="Helvetica" panose="020B0604020202020204" pitchFamily="34" charset="0"/>
            </a:endParaRPr>
          </a:p>
          <a:p>
            <a:pPr algn="just"/>
            <a:r>
              <a:rPr lang="en-US" sz="2000" dirty="0" err="1">
                <a:latin typeface="Helvetica" panose="020B0604020202020204" pitchFamily="34" charset="0"/>
                <a:cs typeface="Helvetica" panose="020B0604020202020204" pitchFamily="34" charset="0"/>
              </a:rPr>
              <a:t>Wilcox.test</a:t>
            </a:r>
            <a:r>
              <a:rPr lang="en-US" sz="2000" dirty="0">
                <a:latin typeface="Helvetica" panose="020B0604020202020204" pitchFamily="34" charset="0"/>
                <a:cs typeface="Helvetica" panose="020B0604020202020204" pitchFamily="34" charset="0"/>
              </a:rPr>
              <a:t>(</a:t>
            </a:r>
            <a:r>
              <a:rPr lang="en-US" sz="2000" dirty="0" err="1">
                <a:latin typeface="Helvetica" panose="020B0604020202020204" pitchFamily="34" charset="0"/>
                <a:cs typeface="Helvetica" panose="020B0604020202020204" pitchFamily="34" charset="0"/>
              </a:rPr>
              <a:t>x,alt</a:t>
            </a:r>
            <a:r>
              <a:rPr lang="en-US" sz="2000" dirty="0">
                <a:latin typeface="Helvetica" panose="020B0604020202020204" pitchFamily="34" charset="0"/>
                <a:cs typeface="Helvetica" panose="020B0604020202020204" pitchFamily="34" charset="0"/>
              </a:rPr>
              <a:t>=“g”, mu=2.1)</a:t>
            </a:r>
          </a:p>
          <a:p>
            <a:pPr algn="just"/>
            <a:endParaRPr lang="en-US" sz="2000" dirty="0">
              <a:latin typeface="Helvetica" panose="020B0604020202020204" pitchFamily="34" charset="0"/>
              <a:cs typeface="Helvetica" panose="020B0604020202020204" pitchFamily="34" charset="0"/>
            </a:endParaRPr>
          </a:p>
          <a:p>
            <a:pPr algn="just"/>
            <a:endParaRPr lang="vi-VN" sz="2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184290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fontScale="90000"/>
          </a:bodyPr>
          <a:lstStyle/>
          <a:p>
            <a:r>
              <a:rPr lang="en-US" dirty="0">
                <a:solidFill>
                  <a:schemeClr val="bg1"/>
                </a:solidFill>
              </a:rPr>
              <a:t>2. WILCOXON SIGNED-RANK TEST – </a:t>
            </a:r>
            <a:br>
              <a:rPr lang="en-US" dirty="0">
                <a:solidFill>
                  <a:schemeClr val="bg1"/>
                </a:solidFill>
              </a:rPr>
            </a:br>
            <a:r>
              <a:rPr lang="en-US" dirty="0">
                <a:solidFill>
                  <a:schemeClr val="bg1"/>
                </a:solidFill>
              </a:rPr>
              <a:t>Paired-Sample</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12</a:t>
            </a:fld>
            <a:endParaRPr lang="en-US" dirty="0">
              <a:cs typeface="Helvetica" panose="020B0604020202020204" pitchFamily="34" charset="0"/>
            </a:endParaRPr>
          </a:p>
        </p:txBody>
      </p:sp>
      <p:sp>
        <p:nvSpPr>
          <p:cNvPr id="10" name="TextBox 9">
            <a:extLst>
              <a:ext uri="{FF2B5EF4-FFF2-40B4-BE49-F238E27FC236}">
                <a16:creationId xmlns:a16="http://schemas.microsoft.com/office/drawing/2014/main" id="{5DA1CD5C-5327-45F6-83E4-BF4D2D4A7664}"/>
              </a:ext>
            </a:extLst>
          </p:cNvPr>
          <p:cNvSpPr txBox="1"/>
          <p:nvPr/>
        </p:nvSpPr>
        <p:spPr>
          <a:xfrm>
            <a:off x="295275" y="1149277"/>
            <a:ext cx="11637795" cy="707886"/>
          </a:xfrm>
          <a:prstGeom prst="rect">
            <a:avLst/>
          </a:prstGeom>
          <a:noFill/>
        </p:spPr>
        <p:txBody>
          <a:bodyPr wrap="square" rtlCol="0">
            <a:spAutoFit/>
          </a:bodyPr>
          <a:lstStyle/>
          <a:p>
            <a:pPr algn="just"/>
            <a:r>
              <a:rPr lang="en-US" sz="2000" dirty="0" err="1">
                <a:latin typeface="Helvetica" panose="020B0604020202020204" pitchFamily="34" charset="0"/>
                <a:cs typeface="Helvetica" panose="020B0604020202020204" pitchFamily="34" charset="0"/>
              </a:rPr>
              <a:t>Sử</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dụng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mẫu</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là</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trọng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lượng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của</a:t>
            </a:r>
            <a:r>
              <a:rPr lang="en-US" sz="2000" dirty="0">
                <a:latin typeface="Helvetica" panose="020B0604020202020204" pitchFamily="34" charset="0"/>
                <a:cs typeface="Helvetica" panose="020B0604020202020204" pitchFamily="34" charset="0"/>
              </a:rPr>
              <a:t> 10 con </a:t>
            </a:r>
            <a:r>
              <a:rPr lang="en-US" sz="2000" dirty="0" err="1">
                <a:latin typeface="Helvetica" panose="020B0604020202020204" pitchFamily="34" charset="0"/>
                <a:cs typeface="Helvetica" panose="020B0604020202020204" pitchFamily="34" charset="0"/>
              </a:rPr>
              <a:t>thỏ</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trước</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và</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sau</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khi</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điều</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trị</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đặc</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biệt</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kiểm</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tra</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xem</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trọng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lượng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vị</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của</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thỏ</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trước</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khi</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điều</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trị</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có</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lớn</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hơn</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sau</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khi</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điều</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trị</a:t>
            </a:r>
            <a:r>
              <a:rPr lang="en-US" sz="2000" dirty="0">
                <a:latin typeface="Helvetica" panose="020B0604020202020204" pitchFamily="34" charset="0"/>
                <a:cs typeface="Helvetica" panose="020B0604020202020204" pitchFamily="34" charset="0"/>
              </a:rPr>
              <a:t> hay </a:t>
            </a:r>
            <a:r>
              <a:rPr lang="en-US" sz="2000" dirty="0" err="1">
                <a:latin typeface="Helvetica" panose="020B0604020202020204" pitchFamily="34" charset="0"/>
                <a:cs typeface="Helvetica" panose="020B0604020202020204" pitchFamily="34" charset="0"/>
              </a:rPr>
              <a:t>không</a:t>
            </a:r>
            <a:r>
              <a:rPr lang="en-US" sz="2000" dirty="0">
                <a:latin typeface="Helvetica" panose="020B0604020202020204" pitchFamily="34" charset="0"/>
                <a:cs typeface="Helvetica" panose="020B0604020202020204" pitchFamily="34" charset="0"/>
              </a:rPr>
              <a:t>?</a:t>
            </a:r>
            <a:endParaRPr lang="vi-VN" sz="2000"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9" name="Rectangle: Rounded Corners 8">
                <a:extLst>
                  <a:ext uri="{FF2B5EF4-FFF2-40B4-BE49-F238E27FC236}">
                    <a16:creationId xmlns:a16="http://schemas.microsoft.com/office/drawing/2014/main" id="{E0BC55E3-1F6B-425D-BF19-3AA0AEC63ADD}"/>
                  </a:ext>
                </a:extLst>
              </p:cNvPr>
              <p:cNvSpPr/>
              <p:nvPr/>
            </p:nvSpPr>
            <p:spPr>
              <a:xfrm>
                <a:off x="7631951" y="2571749"/>
                <a:ext cx="4301119" cy="273367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Helvetica" panose="020B0604020202020204" pitchFamily="34" charset="0"/>
                    <a:cs typeface="Helvetica" panose="020B0604020202020204" pitchFamily="34" charset="0"/>
                  </a:rPr>
                  <a:t>Ta </a:t>
                </a:r>
                <a:r>
                  <a:rPr lang="en-US" dirty="0" err="1">
                    <a:solidFill>
                      <a:schemeClr val="tx1"/>
                    </a:solidFill>
                    <a:latin typeface="Helvetica" panose="020B0604020202020204" pitchFamily="34" charset="0"/>
                    <a:cs typeface="Helvetica" panose="020B0604020202020204" pitchFamily="34" charset="0"/>
                  </a:rPr>
                  <a:t>thấy</a:t>
                </a:r>
                <a:r>
                  <a:rPr lang="en-US" dirty="0">
                    <a:solidFill>
                      <a:schemeClr val="tx1"/>
                    </a:solidFill>
                    <a:latin typeface="Helvetica" panose="020B0604020202020204" pitchFamily="34" charset="0"/>
                    <a:cs typeface="Helvetica" panose="020B0604020202020204" pitchFamily="34" charset="0"/>
                  </a:rPr>
                  <a:t> p-value = 0.0009766 &lt; </a:t>
                </a:r>
                <a14:m>
                  <m:oMath xmlns:m="http://schemas.openxmlformats.org/officeDocument/2006/math">
                    <m:r>
                      <a:rPr lang="el-GR" b="0" i="1" smtClean="0">
                        <a:solidFill>
                          <a:schemeClr val="tx1"/>
                        </a:solidFill>
                        <a:latin typeface="Cambria Math" panose="02040503050406030204" pitchFamily="18" charset="0"/>
                        <a:cs typeface="Helvetica" panose="020B0604020202020204" pitchFamily="34" charset="0"/>
                      </a:rPr>
                      <m:t>𝛼</m:t>
                    </m:r>
                  </m:oMath>
                </a14:m>
                <a:r>
                  <a:rPr lang="en-US" dirty="0">
                    <a:solidFill>
                      <a:schemeClr val="tx1"/>
                    </a:solidFill>
                    <a:latin typeface="Helvetica" panose="020B0604020202020204" pitchFamily="34" charset="0"/>
                    <a:cs typeface="Helvetica" panose="020B0604020202020204" pitchFamily="34" charset="0"/>
                  </a:rPr>
                  <a:t> = 0.05</a:t>
                </a:r>
              </a:p>
              <a:p>
                <a:pPr algn="just"/>
                <a:r>
                  <a:rPr lang="en-US" b="1" dirty="0">
                    <a:solidFill>
                      <a:schemeClr val="tx1"/>
                    </a:solidFill>
                    <a:latin typeface="Helvetica" panose="020B0604020202020204" pitchFamily="34" charset="0"/>
                    <a:cs typeface="Helvetica" panose="020B0604020202020204" pitchFamily="34" charset="0"/>
                  </a:rPr>
                  <a:t>=&gt; </a:t>
                </a:r>
                <a:r>
                  <a:rPr lang="en-US" b="1" dirty="0" err="1">
                    <a:solidFill>
                      <a:schemeClr val="tx1"/>
                    </a:solidFill>
                    <a:latin typeface="Helvetica" panose="020B0604020202020204" pitchFamily="34" charset="0"/>
                    <a:cs typeface="Helvetica" panose="020B0604020202020204" pitchFamily="34" charset="0"/>
                  </a:rPr>
                  <a:t>Bác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bỏ</a:t>
                </a:r>
                <a:r>
                  <a:rPr lang="en-US" b="1"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0</m:t>
                        </m:r>
                      </m:sub>
                    </m:sSub>
                  </m:oMath>
                </a14:m>
                <a:r>
                  <a:rPr lang="en-US" b="1" dirty="0">
                    <a:solidFill>
                      <a:schemeClr val="tx1"/>
                    </a:solidFill>
                    <a:latin typeface="Helvetica" panose="020B0604020202020204" pitchFamily="34" charset="0"/>
                    <a:cs typeface="Helvetica" panose="020B0604020202020204" pitchFamily="34" charset="0"/>
                  </a:rPr>
                  <a:t>, hay </a:t>
                </a:r>
                <a:r>
                  <a:rPr lang="en-US" b="1" dirty="0" err="1">
                    <a:solidFill>
                      <a:schemeClr val="tx1"/>
                    </a:solidFill>
                    <a:latin typeface="Helvetica" panose="020B0604020202020204" pitchFamily="34" charset="0"/>
                    <a:cs typeface="Helvetica" panose="020B0604020202020204" pitchFamily="34" charset="0"/>
                  </a:rPr>
                  <a:t>nói</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cách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khác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là</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trọng</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lượng</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trung</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bình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của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thỏ</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trước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điều</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trị</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lớn</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hơn</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sau</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điều</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trị</a:t>
                </a:r>
                <a:endParaRPr lang="en-US" b="1" dirty="0">
                  <a:solidFill>
                    <a:schemeClr val="tx1"/>
                  </a:solidFill>
                  <a:latin typeface="Helvetica" panose="020B0604020202020204" pitchFamily="34" charset="0"/>
                  <a:cs typeface="Helvetica" panose="020B0604020202020204" pitchFamily="34" charset="0"/>
                </a:endParaRPr>
              </a:p>
            </p:txBody>
          </p:sp>
        </mc:Choice>
        <mc:Fallback xmlns="">
          <p:sp>
            <p:nvSpPr>
              <p:cNvPr id="9" name="Rectangle: Rounded Corners 8">
                <a:extLst>
                  <a:ext uri="{FF2B5EF4-FFF2-40B4-BE49-F238E27FC236}">
                    <a16:creationId xmlns:a16="http://schemas.microsoft.com/office/drawing/2014/main" id="{E0BC55E3-1F6B-425D-BF19-3AA0AEC63ADD}"/>
                  </a:ext>
                </a:extLst>
              </p:cNvPr>
              <p:cNvSpPr>
                <a:spLocks noRot="1" noChangeAspect="1" noMove="1" noResize="1" noEditPoints="1" noAdjustHandles="1" noChangeArrowheads="1" noChangeShapeType="1" noTextEdit="1"/>
              </p:cNvSpPr>
              <p:nvPr/>
            </p:nvSpPr>
            <p:spPr>
              <a:xfrm>
                <a:off x="7631951" y="2571749"/>
                <a:ext cx="4301119" cy="2733675"/>
              </a:xfrm>
              <a:prstGeom prst="roundRect">
                <a:avLst/>
              </a:prstGeom>
              <a:blipFill>
                <a:blip r:embed="rId3"/>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BFB2AE09-BBC8-4124-8C46-16B1F717121F}"/>
              </a:ext>
            </a:extLst>
          </p:cNvPr>
          <p:cNvPicPr>
            <a:picLocks noChangeAspect="1"/>
          </p:cNvPicPr>
          <p:nvPr/>
        </p:nvPicPr>
        <p:blipFill>
          <a:blip r:embed="rId4"/>
          <a:stretch>
            <a:fillRect/>
          </a:stretch>
        </p:blipFill>
        <p:spPr>
          <a:xfrm>
            <a:off x="295275" y="2074598"/>
            <a:ext cx="6638925" cy="2516240"/>
          </a:xfrm>
          <a:prstGeom prst="rect">
            <a:avLst/>
          </a:prstGeom>
          <a:ln>
            <a:solidFill>
              <a:schemeClr val="tx1"/>
            </a:solidFill>
          </a:ln>
        </p:spPr>
      </p:pic>
      <p:pic>
        <p:nvPicPr>
          <p:cNvPr id="16" name="Picture 15">
            <a:extLst>
              <a:ext uri="{FF2B5EF4-FFF2-40B4-BE49-F238E27FC236}">
                <a16:creationId xmlns:a16="http://schemas.microsoft.com/office/drawing/2014/main" id="{51361C34-3699-40A6-945E-6C8E311CFA41}"/>
              </a:ext>
            </a:extLst>
          </p:cNvPr>
          <p:cNvPicPr>
            <a:picLocks noChangeAspect="1"/>
          </p:cNvPicPr>
          <p:nvPr/>
        </p:nvPicPr>
        <p:blipFill>
          <a:blip r:embed="rId5"/>
          <a:stretch>
            <a:fillRect/>
          </a:stretch>
        </p:blipFill>
        <p:spPr>
          <a:xfrm>
            <a:off x="258930" y="4756096"/>
            <a:ext cx="6675270" cy="1533525"/>
          </a:xfrm>
          <a:prstGeom prst="rect">
            <a:avLst/>
          </a:prstGeom>
          <a:ln>
            <a:solidFill>
              <a:schemeClr val="tx1"/>
            </a:solidFill>
          </a:ln>
        </p:spPr>
      </p:pic>
    </p:spTree>
    <p:extLst>
      <p:ext uri="{BB962C8B-B14F-4D97-AF65-F5344CB8AC3E}">
        <p14:creationId xmlns:p14="http://schemas.microsoft.com/office/powerpoint/2010/main" val="3751820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fontScale="90000"/>
          </a:bodyPr>
          <a:lstStyle/>
          <a:p>
            <a:r>
              <a:rPr lang="en-US" dirty="0">
                <a:solidFill>
                  <a:schemeClr val="bg1"/>
                </a:solidFill>
              </a:rPr>
              <a:t>3. WILCOXON RANK-SUM/ MANN WHITNEY </a:t>
            </a:r>
            <a:br>
              <a:rPr lang="en-US" dirty="0">
                <a:solidFill>
                  <a:schemeClr val="bg1"/>
                </a:solidFill>
              </a:rPr>
            </a:br>
            <a:r>
              <a:rPr lang="en-US" dirty="0">
                <a:solidFill>
                  <a:schemeClr val="bg1"/>
                </a:solidFill>
              </a:rPr>
              <a:t>U-TEST</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pPr algn="just"/>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13</a:t>
            </a:fld>
            <a:endParaRPr lang="en-US" dirty="0">
              <a:cs typeface="Helvetica" panose="020B0604020202020204" pitchFamily="34" charset="0"/>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8CA6937C-F190-4C5D-A4CD-E42E7E907012}"/>
                  </a:ext>
                </a:extLst>
              </p:cNvPr>
              <p:cNvSpPr txBox="1"/>
              <p:nvPr/>
            </p:nvSpPr>
            <p:spPr>
              <a:xfrm>
                <a:off x="665871" y="1397675"/>
                <a:ext cx="11052759" cy="230832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800" dirty="0" err="1">
                    <a:solidFill>
                      <a:schemeClr val="tx1"/>
                    </a:solidFill>
                    <a:latin typeface="Helvetica" panose="020B0604020202020204" pitchFamily="34" charset="0"/>
                    <a:cs typeface="Helvetica" panose="020B0604020202020204" pitchFamily="34" charset="0"/>
                  </a:rPr>
                  <a:t>Giả</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sử</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dữ</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liệu</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lấy</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từ</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hai</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mẫu</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ngẫu</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nhiên</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độc</a:t>
                </a:r>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lập</a:t>
                </a:r>
                <a:r>
                  <a:rPr lang="en-US" sz="2800"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sz="2800" i="1" smtClean="0">
                            <a:solidFill>
                              <a:schemeClr val="tx1"/>
                            </a:solidFill>
                            <a:latin typeface="Cambria Math" panose="02040503050406030204" pitchFamily="18" charset="0"/>
                            <a:cs typeface="Arial" panose="020B0604020202020204" pitchFamily="34" charset="0"/>
                          </a:rPr>
                        </m:ctrlPr>
                      </m:sSubPr>
                      <m:e>
                        <m:r>
                          <a:rPr lang="en-US" sz="2800" i="1" smtClean="0">
                            <a:solidFill>
                              <a:schemeClr val="tx1"/>
                            </a:solidFill>
                            <a:latin typeface="Cambria Math" panose="02040503050406030204" pitchFamily="18" charset="0"/>
                            <a:cs typeface="Arial" panose="020B0604020202020204" pitchFamily="34" charset="0"/>
                          </a:rPr>
                          <m:t>𝑋</m:t>
                        </m:r>
                      </m:e>
                      <m:sub>
                        <m:r>
                          <a:rPr lang="en-US" sz="2800" i="1" smtClean="0">
                            <a:solidFill>
                              <a:schemeClr val="tx1"/>
                            </a:solidFill>
                            <a:latin typeface="Cambria Math" panose="02040503050406030204" pitchFamily="18" charset="0"/>
                            <a:cs typeface="Arial" panose="020B0604020202020204" pitchFamily="34" charset="0"/>
                          </a:rPr>
                          <m:t>1</m:t>
                        </m:r>
                      </m:sub>
                    </m:sSub>
                    <m:r>
                      <a:rPr lang="en-US" sz="2800" i="1" smtClean="0">
                        <a:solidFill>
                          <a:schemeClr val="tx1"/>
                        </a:solidFill>
                        <a:latin typeface="Cambria Math" panose="02040503050406030204" pitchFamily="18" charset="0"/>
                        <a:cs typeface="Arial" panose="020B0604020202020204" pitchFamily="34" charset="0"/>
                      </a:rPr>
                      <m:t>,</m:t>
                    </m:r>
                    <m:sSub>
                      <m:sSubPr>
                        <m:ctrlPr>
                          <a:rPr lang="en-US" sz="2800" i="1">
                            <a:solidFill>
                              <a:schemeClr val="tx1"/>
                            </a:solidFill>
                            <a:latin typeface="Cambria Math" panose="02040503050406030204" pitchFamily="18" charset="0"/>
                            <a:cs typeface="Arial" panose="020B0604020202020204" pitchFamily="34" charset="0"/>
                          </a:rPr>
                        </m:ctrlPr>
                      </m:sSubPr>
                      <m:e>
                        <m:r>
                          <a:rPr lang="en-US" sz="2800" i="1">
                            <a:solidFill>
                              <a:schemeClr val="tx1"/>
                            </a:solidFill>
                            <a:latin typeface="Cambria Math" panose="02040503050406030204" pitchFamily="18" charset="0"/>
                            <a:cs typeface="Arial" panose="020B0604020202020204" pitchFamily="34" charset="0"/>
                          </a:rPr>
                          <m:t>𝑋</m:t>
                        </m:r>
                      </m:e>
                      <m:sub>
                        <m:r>
                          <a:rPr lang="en-US" sz="2800" i="1" smtClean="0">
                            <a:solidFill>
                              <a:schemeClr val="tx1"/>
                            </a:solidFill>
                            <a:latin typeface="Cambria Math" panose="02040503050406030204" pitchFamily="18" charset="0"/>
                            <a:cs typeface="Arial" panose="020B0604020202020204" pitchFamily="34" charset="0"/>
                          </a:rPr>
                          <m:t>2</m:t>
                        </m:r>
                      </m:sub>
                    </m:sSub>
                    <m:r>
                      <a:rPr lang="en-US" sz="2800" i="1">
                        <a:solidFill>
                          <a:schemeClr val="tx1"/>
                        </a:solidFill>
                        <a:latin typeface="Cambria Math" panose="02040503050406030204" pitchFamily="18" charset="0"/>
                        <a:cs typeface="Arial" panose="020B0604020202020204" pitchFamily="34" charset="0"/>
                      </a:rPr>
                      <m:t>,</m:t>
                    </m:r>
                    <m:r>
                      <a:rPr lang="en-US" sz="2800" i="1" smtClean="0">
                        <a:solidFill>
                          <a:schemeClr val="tx1"/>
                        </a:solidFill>
                        <a:latin typeface="Cambria Math" panose="02040503050406030204" pitchFamily="18" charset="0"/>
                        <a:cs typeface="Arial" panose="020B0604020202020204" pitchFamily="34" charset="0"/>
                      </a:rPr>
                      <m:t>…,</m:t>
                    </m:r>
                    <m:sSub>
                      <m:sSubPr>
                        <m:ctrlPr>
                          <a:rPr lang="en-US" sz="2800" i="1">
                            <a:solidFill>
                              <a:schemeClr val="tx1"/>
                            </a:solidFill>
                            <a:latin typeface="Cambria Math" panose="02040503050406030204" pitchFamily="18" charset="0"/>
                            <a:cs typeface="Arial" panose="020B0604020202020204" pitchFamily="34" charset="0"/>
                          </a:rPr>
                        </m:ctrlPr>
                      </m:sSubPr>
                      <m:e>
                        <m:r>
                          <a:rPr lang="en-US" sz="2800" i="1">
                            <a:solidFill>
                              <a:schemeClr val="tx1"/>
                            </a:solidFill>
                            <a:latin typeface="Cambria Math" panose="02040503050406030204" pitchFamily="18" charset="0"/>
                            <a:cs typeface="Arial" panose="020B0604020202020204" pitchFamily="34" charset="0"/>
                          </a:rPr>
                          <m:t>𝑋</m:t>
                        </m:r>
                      </m:e>
                      <m:sub>
                        <m:r>
                          <a:rPr lang="en-US" sz="2800" i="1" smtClean="0">
                            <a:solidFill>
                              <a:schemeClr val="tx1"/>
                            </a:solidFill>
                            <a:latin typeface="Cambria Math" panose="02040503050406030204" pitchFamily="18" charset="0"/>
                            <a:cs typeface="Arial" panose="020B0604020202020204" pitchFamily="34" charset="0"/>
                          </a:rPr>
                          <m:t>𝑛</m:t>
                        </m:r>
                      </m:sub>
                    </m:sSub>
                  </m:oMath>
                </a14:m>
                <a:r>
                  <a:rPr lang="en-US" sz="2800" dirty="0">
                    <a:solidFill>
                      <a:schemeClr val="tx1"/>
                    </a:solidFill>
                    <a:latin typeface="Helvetica" panose="020B0604020202020204" pitchFamily="34" charset="0"/>
                    <a:cs typeface="Helvetica" panose="020B0604020202020204" pitchFamily="34" charset="0"/>
                  </a:rPr>
                  <a:t> </a:t>
                </a:r>
                <a:r>
                  <a:rPr lang="en-US" sz="2800" dirty="0" err="1">
                    <a:solidFill>
                      <a:schemeClr val="tx1"/>
                    </a:solidFill>
                    <a:latin typeface="Helvetica" panose="020B0604020202020204" pitchFamily="34" charset="0"/>
                    <a:cs typeface="Helvetica" panose="020B0604020202020204" pitchFamily="34" charset="0"/>
                  </a:rPr>
                  <a:t>và</a:t>
                </a:r>
                <a:r>
                  <a:rPr lang="en-US" sz="2800"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sz="2800" i="1">
                            <a:solidFill>
                              <a:schemeClr val="tx1"/>
                            </a:solidFill>
                            <a:latin typeface="Cambria Math" panose="02040503050406030204" pitchFamily="18" charset="0"/>
                            <a:cs typeface="Arial" panose="020B0604020202020204" pitchFamily="34" charset="0"/>
                          </a:rPr>
                        </m:ctrlPr>
                      </m:sSubPr>
                      <m:e>
                        <m:r>
                          <a:rPr lang="en-US" sz="2800" i="1" smtClean="0">
                            <a:solidFill>
                              <a:schemeClr val="tx1"/>
                            </a:solidFill>
                            <a:latin typeface="Cambria Math" panose="02040503050406030204" pitchFamily="18" charset="0"/>
                            <a:cs typeface="Arial" panose="020B0604020202020204" pitchFamily="34" charset="0"/>
                          </a:rPr>
                          <m:t>𝑌</m:t>
                        </m:r>
                      </m:e>
                      <m:sub>
                        <m:r>
                          <a:rPr lang="en-US" sz="2800" i="1">
                            <a:solidFill>
                              <a:schemeClr val="tx1"/>
                            </a:solidFill>
                            <a:latin typeface="Cambria Math" panose="02040503050406030204" pitchFamily="18" charset="0"/>
                            <a:cs typeface="Arial" panose="020B0604020202020204" pitchFamily="34" charset="0"/>
                          </a:rPr>
                          <m:t>1</m:t>
                        </m:r>
                      </m:sub>
                    </m:sSub>
                    <m:r>
                      <a:rPr lang="en-US" sz="2800" i="1">
                        <a:solidFill>
                          <a:schemeClr val="tx1"/>
                        </a:solidFill>
                        <a:latin typeface="Cambria Math" panose="02040503050406030204" pitchFamily="18" charset="0"/>
                        <a:cs typeface="Arial" panose="020B0604020202020204" pitchFamily="34" charset="0"/>
                      </a:rPr>
                      <m:t>,</m:t>
                    </m:r>
                    <m:sSub>
                      <m:sSubPr>
                        <m:ctrlPr>
                          <a:rPr lang="en-US" sz="2800" i="1">
                            <a:solidFill>
                              <a:schemeClr val="tx1"/>
                            </a:solidFill>
                            <a:latin typeface="Cambria Math" panose="02040503050406030204" pitchFamily="18" charset="0"/>
                            <a:cs typeface="Arial" panose="020B0604020202020204" pitchFamily="34" charset="0"/>
                          </a:rPr>
                        </m:ctrlPr>
                      </m:sSubPr>
                      <m:e>
                        <m:r>
                          <a:rPr lang="en-US" sz="2800" i="1" smtClean="0">
                            <a:solidFill>
                              <a:schemeClr val="tx1"/>
                            </a:solidFill>
                            <a:latin typeface="Cambria Math" panose="02040503050406030204" pitchFamily="18" charset="0"/>
                            <a:cs typeface="Arial" panose="020B0604020202020204" pitchFamily="34" charset="0"/>
                          </a:rPr>
                          <m:t>𝑌</m:t>
                        </m:r>
                      </m:e>
                      <m:sub>
                        <m:r>
                          <a:rPr lang="en-US" sz="2800" i="1">
                            <a:solidFill>
                              <a:schemeClr val="tx1"/>
                            </a:solidFill>
                            <a:latin typeface="Cambria Math" panose="02040503050406030204" pitchFamily="18" charset="0"/>
                            <a:cs typeface="Arial" panose="020B0604020202020204" pitchFamily="34" charset="0"/>
                          </a:rPr>
                          <m:t>2</m:t>
                        </m:r>
                      </m:sub>
                    </m:sSub>
                    <m:r>
                      <a:rPr lang="en-US" sz="2800" i="1">
                        <a:solidFill>
                          <a:schemeClr val="tx1"/>
                        </a:solidFill>
                        <a:latin typeface="Cambria Math" panose="02040503050406030204" pitchFamily="18" charset="0"/>
                        <a:cs typeface="Arial" panose="020B0604020202020204" pitchFamily="34" charset="0"/>
                      </a:rPr>
                      <m:t>,…,</m:t>
                    </m:r>
                    <m:sSub>
                      <m:sSubPr>
                        <m:ctrlPr>
                          <a:rPr lang="en-US" sz="2800" i="1">
                            <a:solidFill>
                              <a:schemeClr val="tx1"/>
                            </a:solidFill>
                            <a:latin typeface="Cambria Math" panose="02040503050406030204" pitchFamily="18" charset="0"/>
                            <a:cs typeface="Arial" panose="020B0604020202020204" pitchFamily="34" charset="0"/>
                          </a:rPr>
                        </m:ctrlPr>
                      </m:sSubPr>
                      <m:e>
                        <m:r>
                          <a:rPr lang="en-US" sz="2800" i="1" smtClean="0">
                            <a:solidFill>
                              <a:schemeClr val="tx1"/>
                            </a:solidFill>
                            <a:latin typeface="Cambria Math" panose="02040503050406030204" pitchFamily="18" charset="0"/>
                            <a:cs typeface="Arial" panose="020B0604020202020204" pitchFamily="34" charset="0"/>
                          </a:rPr>
                          <m:t>𝑌</m:t>
                        </m:r>
                      </m:e>
                      <m:sub>
                        <m:r>
                          <a:rPr lang="en-US" sz="2800" i="1">
                            <a:solidFill>
                              <a:schemeClr val="tx1"/>
                            </a:solidFill>
                            <a:latin typeface="Cambria Math" panose="02040503050406030204" pitchFamily="18" charset="0"/>
                            <a:cs typeface="Arial" panose="020B0604020202020204" pitchFamily="34" charset="0"/>
                          </a:rPr>
                          <m:t>𝑛</m:t>
                        </m:r>
                      </m:sub>
                    </m:sSub>
                  </m:oMath>
                </a14:m>
                <a:endParaRPr lang="en-US" sz="2800" dirty="0">
                  <a:solidFill>
                    <a:schemeClr val="tx1"/>
                  </a:solidFill>
                  <a:latin typeface="Helvetica" panose="020B0604020202020204" pitchFamily="34" charset="0"/>
                  <a:cs typeface="Helvetica" panose="020B0604020202020204" pitchFamily="34" charset="0"/>
                </a:endParaRPr>
              </a:p>
              <a:p>
                <a:pPr marL="285750" indent="-285750">
                  <a:lnSpc>
                    <a:spcPct val="150000"/>
                  </a:lnSpc>
                  <a:buFont typeface="Arial" panose="020B0604020202020204" pitchFamily="34" charset="0"/>
                  <a:buChar char="•"/>
                </a:pPr>
                <a:endParaRPr lang="en-US" sz="2800" dirty="0">
                  <a:solidFill>
                    <a:schemeClr val="tx1"/>
                  </a:solidFill>
                  <a:latin typeface="Helvetica" panose="020B0604020202020204" pitchFamily="34" charset="0"/>
                  <a:cs typeface="Helvetica" panose="020B0604020202020204" pitchFamily="34" charset="0"/>
                </a:endParaRPr>
              </a:p>
              <a:p>
                <a:pPr algn="just"/>
                <a:endParaRPr lang="en-US" dirty="0">
                  <a:latin typeface="Helvetica" panose="020B0604020202020204" pitchFamily="34" charset="0"/>
                  <a:cs typeface="Helvetica" panose="020B0604020202020204" pitchFamily="34" charset="0"/>
                </a:endParaRPr>
              </a:p>
            </p:txBody>
          </p:sp>
        </mc:Choice>
        <mc:Fallback>
          <p:sp>
            <p:nvSpPr>
              <p:cNvPr id="16" name="TextBox 15">
                <a:extLst>
                  <a:ext uri="{FF2B5EF4-FFF2-40B4-BE49-F238E27FC236}">
                    <a16:creationId xmlns:a16="http://schemas.microsoft.com/office/drawing/2014/main" id="{8CA6937C-F190-4C5D-A4CD-E42E7E907012}"/>
                  </a:ext>
                </a:extLst>
              </p:cNvPr>
              <p:cNvSpPr txBox="1">
                <a:spLocks noRot="1" noChangeAspect="1" noMove="1" noResize="1" noEditPoints="1" noAdjustHandles="1" noChangeArrowheads="1" noChangeShapeType="1" noTextEdit="1"/>
              </p:cNvSpPr>
              <p:nvPr/>
            </p:nvSpPr>
            <p:spPr>
              <a:xfrm>
                <a:off x="665871" y="1397675"/>
                <a:ext cx="11052759" cy="2308324"/>
              </a:xfrm>
              <a:prstGeom prst="rect">
                <a:avLst/>
              </a:prstGeom>
              <a:blipFill>
                <a:blip r:embed="rId3"/>
                <a:stretch>
                  <a:fillRect l="-993"/>
                </a:stretch>
              </a:blipFill>
            </p:spPr>
            <p:txBody>
              <a:bodyPr/>
              <a:lstStyle/>
              <a:p>
                <a:r>
                  <a:rPr lang="en-US">
                    <a:noFill/>
                  </a:rPr>
                  <a:t> </a:t>
                </a:r>
              </a:p>
            </p:txBody>
          </p:sp>
        </mc:Fallback>
      </mc:AlternateContent>
    </p:spTree>
    <p:extLst>
      <p:ext uri="{BB962C8B-B14F-4D97-AF65-F5344CB8AC3E}">
        <p14:creationId xmlns:p14="http://schemas.microsoft.com/office/powerpoint/2010/main" val="1561718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fontScale="90000"/>
          </a:bodyPr>
          <a:lstStyle/>
          <a:p>
            <a:r>
              <a:rPr lang="en-US" dirty="0">
                <a:solidFill>
                  <a:schemeClr val="bg1"/>
                </a:solidFill>
              </a:rPr>
              <a:t>3. WILCOXON RANK-SUM/ MANN WHITNEY </a:t>
            </a:r>
            <a:br>
              <a:rPr lang="en-US" dirty="0">
                <a:solidFill>
                  <a:schemeClr val="bg1"/>
                </a:solidFill>
              </a:rPr>
            </a:br>
            <a:r>
              <a:rPr lang="en-US" dirty="0">
                <a:solidFill>
                  <a:schemeClr val="bg1"/>
                </a:solidFill>
              </a:rPr>
              <a:t>U-TEST – R CODE</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pPr algn="just"/>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14</a:t>
            </a:fld>
            <a:endParaRPr lang="en-US" dirty="0">
              <a:cs typeface="Helvetica"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CA6937C-F190-4C5D-A4CD-E42E7E907012}"/>
                  </a:ext>
                </a:extLst>
              </p:cNvPr>
              <p:cNvSpPr txBox="1"/>
              <p:nvPr/>
            </p:nvSpPr>
            <p:spPr>
              <a:xfrm>
                <a:off x="1464950" y="1340525"/>
                <a:ext cx="8564876" cy="1287532"/>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dirty="0">
                    <a:latin typeface="Helvetica" panose="020B0604020202020204" pitchFamily="34" charset="0"/>
                    <a:cs typeface="Helvetica" panose="020B0604020202020204" pitchFamily="34" charset="0"/>
                  </a:rPr>
                  <a:t>Nếu </a:t>
                </a:r>
                <a:r>
                  <a:rPr lang="en-US" dirty="0" err="1">
                    <a:latin typeface="Helvetica" panose="020B0604020202020204" pitchFamily="34" charset="0"/>
                    <a:cs typeface="Helvetica" panose="020B0604020202020204" pitchFamily="34" charset="0"/>
                  </a:rPr>
                  <a:t>trong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các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quan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sát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không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giá</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trị</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nào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bằng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nhau</a:t>
                </a:r>
                <a:r>
                  <a:rPr lang="en-US" dirty="0">
                    <a:latin typeface="Helvetica" panose="020B0604020202020204" pitchFamily="34" charset="0"/>
                    <a:cs typeface="Helvetica" panose="020B0604020202020204" pitchFamily="34" charset="0"/>
                  </a:rPr>
                  <a:t>:</a:t>
                </a:r>
              </a:p>
              <a:p>
                <a:pPr marL="742950" lvl="1" indent="-285750">
                  <a:buClr>
                    <a:schemeClr val="accent1"/>
                  </a:buClr>
                  <a:buFont typeface="Arial" panose="020B0604020202020204" pitchFamily="34" charset="0"/>
                  <a:buChar char="•"/>
                </a:pPr>
                <a:r>
                  <a:rPr lang="en-US" dirty="0" err="1">
                    <a:solidFill>
                      <a:schemeClr val="accent1"/>
                    </a:solidFill>
                    <a:latin typeface="Helvetica" panose="020B0604020202020204" pitchFamily="34" charset="0"/>
                    <a:cs typeface="Helvetica" panose="020B0604020202020204" pitchFamily="34" charset="0"/>
                  </a:rPr>
                  <a:t>pwilcox</a:t>
                </a:r>
                <a:r>
                  <a:rPr lang="en-US" dirty="0">
                    <a:solidFill>
                      <a:schemeClr val="accent1"/>
                    </a:solidFill>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Trả</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về</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giá</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trị</a:t>
                </a:r>
                <a:r>
                  <a:rPr lang="en-US" dirty="0">
                    <a:latin typeface="Helvetica" panose="020B0604020202020204" pitchFamily="34" charset="0"/>
                    <a:cs typeface="Helvetica" panose="020B0604020202020204" pitchFamily="34" charset="0"/>
                  </a:rPr>
                  <a:t> p-value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định</a:t>
                </a:r>
                <a:r>
                  <a:rPr lang="en-US" dirty="0">
                    <a:latin typeface="Helvetica" panose="020B0604020202020204" pitchFamily="34" charset="0"/>
                    <a:cs typeface="Helvetica" panose="020B0604020202020204" pitchFamily="34" charset="0"/>
                  </a:rPr>
                  <a:t> Wilcoxon Rank-Sum.</a:t>
                </a:r>
              </a:p>
              <a:p>
                <a:pPr marL="742950" lvl="1" indent="-285750">
                  <a:buClr>
                    <a:schemeClr val="accent1"/>
                  </a:buClr>
                  <a:buFont typeface="Arial" panose="020B0604020202020204" pitchFamily="34" charset="0"/>
                  <a:buChar char="•"/>
                </a:pPr>
                <a:r>
                  <a:rPr lang="en-US" dirty="0" err="1">
                    <a:solidFill>
                      <a:schemeClr val="accent1"/>
                    </a:solidFill>
                    <a:latin typeface="Helvetica" panose="020B0604020202020204" pitchFamily="34" charset="0"/>
                    <a:cs typeface="Helvetica" panose="020B0604020202020204" pitchFamily="34" charset="0"/>
                  </a:rPr>
                  <a:t>dwilcox</a:t>
                </a:r>
                <a:r>
                  <a:rPr lang="en-US" dirty="0">
                    <a:solidFill>
                      <a:schemeClr val="accent1"/>
                    </a:solidFill>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Sinh</a:t>
                </a:r>
                <a:r>
                  <a:rPr lang="en-US" dirty="0">
                    <a:latin typeface="Helvetica" panose="020B0604020202020204" pitchFamily="34" charset="0"/>
                    <a:cs typeface="Helvetica" panose="020B0604020202020204" pitchFamily="34" charset="0"/>
                  </a:rPr>
                  <a:t> ra </a:t>
                </a:r>
                <a:r>
                  <a:rPr lang="en-US" dirty="0" err="1">
                    <a:latin typeface="Helvetica" panose="020B0604020202020204" pitchFamily="34" charset="0"/>
                    <a:cs typeface="Helvetica" panose="020B0604020202020204" pitchFamily="34" charset="0"/>
                  </a:rPr>
                  <a:t>mẫu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ngẫu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nhiên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theo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phân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phối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a:t>
                </a:r>
                <a14:m>
                  <m:oMath xmlns:m="http://schemas.openxmlformats.org/officeDocument/2006/math">
                    <m:r>
                      <a:rPr lang="en-US" i="1">
                        <a:latin typeface="Cambria Math" panose="02040503050406030204" pitchFamily="18" charset="0"/>
                        <a:cs typeface="Arial" panose="020B0604020202020204" pitchFamily="34" charset="0"/>
                      </a:rPr>
                      <m:t>𝑈</m:t>
                    </m:r>
                  </m:oMath>
                </a14:m>
                <a:r>
                  <a:rPr lang="en-US" dirty="0">
                    <a:latin typeface="Helvetica" panose="020B0604020202020204" pitchFamily="34" charset="0"/>
                    <a:cs typeface="Helvetica" panose="020B0604020202020204" pitchFamily="34" charset="0"/>
                  </a:rPr>
                  <a:t>.</a:t>
                </a:r>
              </a:p>
              <a:p>
                <a:pPr marL="285750" indent="-285750">
                  <a:lnSpc>
                    <a:spcPct val="150000"/>
                  </a:lnSpc>
                  <a:buClr>
                    <a:schemeClr val="accent1"/>
                  </a:buClr>
                  <a:buFont typeface="Wingdings" panose="05000000000000000000" pitchFamily="2" charset="2"/>
                  <a:buChar char="Ø"/>
                </a:pP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định</a:t>
                </a:r>
                <a:r>
                  <a:rPr lang="en-US" dirty="0">
                    <a:latin typeface="Helvetica" panose="020B0604020202020204" pitchFamily="34" charset="0"/>
                    <a:cs typeface="Helvetica" panose="020B0604020202020204" pitchFamily="34" charset="0"/>
                  </a:rPr>
                  <a:t> Wilcoxon Rank-Sum/ Mann-Whitney U-Test </a:t>
                </a:r>
                <a:r>
                  <a:rPr lang="en-US" dirty="0" err="1">
                    <a:latin typeface="Helvetica" panose="020B0604020202020204" pitchFamily="34" charset="0"/>
                    <a:cs typeface="Helvetica" panose="020B0604020202020204" pitchFamily="34" charset="0"/>
                  </a:rPr>
                  <a:t>trong</a:t>
                </a:r>
                <a:r>
                  <a:rPr lang="en-US" dirty="0">
                    <a:latin typeface="Helvetica" panose="020B0604020202020204" pitchFamily="34" charset="0"/>
                    <a:cs typeface="Helvetica" panose="020B0604020202020204" pitchFamily="34" charset="0"/>
                  </a:rPr>
                  <a:t> R: </a:t>
                </a:r>
                <a:r>
                  <a:rPr lang="en-US" dirty="0" err="1">
                    <a:solidFill>
                      <a:schemeClr val="accent1"/>
                    </a:solidFill>
                    <a:latin typeface="Helvetica" panose="020B0604020202020204" pitchFamily="34" charset="0"/>
                    <a:cs typeface="Helvetica" panose="020B0604020202020204" pitchFamily="34" charset="0"/>
                  </a:rPr>
                  <a:t>wilcox.test</a:t>
                </a:r>
                <a:r>
                  <a:rPr lang="en-US" dirty="0">
                    <a:solidFill>
                      <a:schemeClr val="accent1"/>
                    </a:solidFill>
                    <a:latin typeface="Helvetica" panose="020B0604020202020204" pitchFamily="34" charset="0"/>
                    <a:cs typeface="Helvetica" panose="020B0604020202020204" pitchFamily="34" charset="0"/>
                  </a:rPr>
                  <a:t>()</a:t>
                </a:r>
              </a:p>
            </p:txBody>
          </p:sp>
        </mc:Choice>
        <mc:Fallback xmlns="">
          <p:sp>
            <p:nvSpPr>
              <p:cNvPr id="16" name="TextBox 15">
                <a:extLst>
                  <a:ext uri="{FF2B5EF4-FFF2-40B4-BE49-F238E27FC236}">
                    <a16:creationId xmlns:a16="http://schemas.microsoft.com/office/drawing/2014/main" id="{8CA6937C-F190-4C5D-A4CD-E42E7E907012}"/>
                  </a:ext>
                </a:extLst>
              </p:cNvPr>
              <p:cNvSpPr txBox="1">
                <a:spLocks noRot="1" noChangeAspect="1" noMove="1" noResize="1" noEditPoints="1" noAdjustHandles="1" noChangeArrowheads="1" noChangeShapeType="1" noTextEdit="1"/>
              </p:cNvSpPr>
              <p:nvPr/>
            </p:nvSpPr>
            <p:spPr>
              <a:xfrm>
                <a:off x="1464950" y="1340525"/>
                <a:ext cx="8564876" cy="1287532"/>
              </a:xfrm>
              <a:prstGeom prst="rect">
                <a:avLst/>
              </a:prstGeom>
              <a:blipFill>
                <a:blip r:embed="rId3"/>
                <a:stretch>
                  <a:fillRect l="-427" t="-2844" b="-7109"/>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D837AF7-4842-4A73-B184-E6FF593CC33E}"/>
              </a:ext>
            </a:extLst>
          </p:cNvPr>
          <p:cNvPicPr>
            <a:picLocks noChangeAspect="1"/>
          </p:cNvPicPr>
          <p:nvPr/>
        </p:nvPicPr>
        <p:blipFill>
          <a:blip r:embed="rId4"/>
          <a:stretch>
            <a:fillRect/>
          </a:stretch>
        </p:blipFill>
        <p:spPr>
          <a:xfrm>
            <a:off x="2674057" y="2896134"/>
            <a:ext cx="7164245" cy="2599791"/>
          </a:xfrm>
          <a:prstGeom prst="rect">
            <a:avLst/>
          </a:prstGeom>
        </p:spPr>
      </p:pic>
    </p:spTree>
    <p:extLst>
      <p:ext uri="{BB962C8B-B14F-4D97-AF65-F5344CB8AC3E}">
        <p14:creationId xmlns:p14="http://schemas.microsoft.com/office/powerpoint/2010/main" val="3680553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r>
              <a:rPr lang="en-US" dirty="0">
                <a:solidFill>
                  <a:schemeClr val="bg1"/>
                </a:solidFill>
              </a:rPr>
              <a:t>4. KRUSKAL-WALLIS TEST</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pPr algn="just"/>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15</a:t>
            </a:fld>
            <a:endParaRPr lang="en-US" dirty="0">
              <a:cs typeface="Helvetica" panose="020B0604020202020204" pitchFamily="34" charset="0"/>
            </a:endParaRPr>
          </a:p>
        </p:txBody>
      </p:sp>
      <p:sp>
        <p:nvSpPr>
          <p:cNvPr id="16" name="TextBox 15">
            <a:extLst>
              <a:ext uri="{FF2B5EF4-FFF2-40B4-BE49-F238E27FC236}">
                <a16:creationId xmlns:a16="http://schemas.microsoft.com/office/drawing/2014/main" id="{8CA6937C-F190-4C5D-A4CD-E42E7E907012}"/>
              </a:ext>
            </a:extLst>
          </p:cNvPr>
          <p:cNvSpPr txBox="1"/>
          <p:nvPr/>
        </p:nvSpPr>
        <p:spPr>
          <a:xfrm>
            <a:off x="1464950" y="1340525"/>
            <a:ext cx="8564876" cy="25340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0" dirty="0" err="1">
                <a:solidFill>
                  <a:schemeClr val="tx1"/>
                </a:solidFill>
                <a:effectLst/>
                <a:latin typeface="Helvetica" panose="020B0604020202020204" pitchFamily="34" charset="0"/>
                <a:cs typeface="Helvetica" panose="020B0604020202020204" pitchFamily="34" charset="0"/>
              </a:rPr>
              <a:t>Phiên</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bản</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kiểm</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định</a:t>
            </a:r>
            <a:r>
              <a:rPr lang="en-US" b="0" dirty="0">
                <a:solidFill>
                  <a:schemeClr val="tx1"/>
                </a:solidFill>
                <a:effectLst/>
                <a:latin typeface="Helvetica" panose="020B0604020202020204" pitchFamily="34" charset="0"/>
                <a:cs typeface="Helvetica" panose="020B0604020202020204" pitchFamily="34" charset="0"/>
              </a:rPr>
              <a:t> phi </a:t>
            </a:r>
            <a:r>
              <a:rPr lang="en-US" b="0" dirty="0" err="1">
                <a:solidFill>
                  <a:schemeClr val="tx1"/>
                </a:solidFill>
                <a:effectLst/>
                <a:latin typeface="Helvetica" panose="020B0604020202020204" pitchFamily="34" charset="0"/>
                <a:cs typeface="Helvetica" panose="020B0604020202020204" pitchFamily="34" charset="0"/>
              </a:rPr>
              <a:t>tham</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số</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của</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phương</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pháp</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kiểm</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định</a:t>
            </a:r>
            <a:r>
              <a:rPr lang="en-US" b="0" dirty="0">
                <a:solidFill>
                  <a:schemeClr val="tx1"/>
                </a:solidFill>
                <a:effectLst/>
                <a:latin typeface="Helvetica" panose="020B0604020202020204" pitchFamily="34" charset="0"/>
                <a:cs typeface="Helvetica" panose="020B0604020202020204" pitchFamily="34" charset="0"/>
              </a:rPr>
              <a:t> ANOVA </a:t>
            </a:r>
            <a:r>
              <a:rPr lang="en-US" b="0" dirty="0" err="1">
                <a:solidFill>
                  <a:schemeClr val="tx1"/>
                </a:solidFill>
                <a:effectLst/>
                <a:latin typeface="Helvetica" panose="020B0604020202020204" pitchFamily="34" charset="0"/>
                <a:cs typeface="Helvetica" panose="020B0604020202020204" pitchFamily="34" charset="0"/>
              </a:rPr>
              <a:t>một</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chiều</a:t>
            </a:r>
            <a:r>
              <a:rPr lang="en-US" b="0" dirty="0">
                <a:solidFill>
                  <a:schemeClr val="tx1"/>
                </a:solidFill>
                <a:effectLst/>
                <a:latin typeface="Helvetica" panose="020B0604020202020204" pitchFamily="34" charset="0"/>
                <a:cs typeface="Helvetica" panose="020B0604020202020204" pitchFamily="34" charset="0"/>
              </a:rPr>
              <a:t>.</a:t>
            </a:r>
          </a:p>
          <a:p>
            <a:pPr marL="285750" indent="-285750">
              <a:lnSpc>
                <a:spcPct val="150000"/>
              </a:lnSpc>
              <a:buFont typeface="Arial" panose="020B0604020202020204" pitchFamily="34" charset="0"/>
              <a:buChar char="•"/>
            </a:pPr>
            <a:r>
              <a:rPr lang="en-US" b="0" dirty="0" err="1">
                <a:solidFill>
                  <a:schemeClr val="tx1"/>
                </a:solidFill>
                <a:effectLst/>
                <a:latin typeface="Helvetica" panose="020B0604020202020204" pitchFamily="34" charset="0"/>
                <a:cs typeface="Helvetica" panose="020B0604020202020204" pitchFamily="34" charset="0"/>
              </a:rPr>
              <a:t>Phương</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pháp</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kiểm</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định</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này</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sử</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dụng</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để</a:t>
            </a:r>
            <a:r>
              <a:rPr lang="en-US" b="0" dirty="0">
                <a:solidFill>
                  <a:schemeClr val="tx1"/>
                </a:solidFill>
                <a:effectLst/>
                <a:latin typeface="Helvetica" panose="020B0604020202020204" pitchFamily="34" charset="0"/>
                <a:cs typeface="Helvetica" panose="020B0604020202020204" pitchFamily="34" charset="0"/>
              </a:rPr>
              <a:t> so </a:t>
            </a:r>
            <a:r>
              <a:rPr lang="en-US" b="0" dirty="0" err="1">
                <a:solidFill>
                  <a:schemeClr val="tx1"/>
                </a:solidFill>
                <a:effectLst/>
                <a:latin typeface="Helvetica" panose="020B0604020202020204" pitchFamily="34" charset="0"/>
                <a:cs typeface="Helvetica" panose="020B0604020202020204" pitchFamily="34" charset="0"/>
              </a:rPr>
              <a:t>sánh</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từ</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ba</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mẫu</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ngẫu</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nhiên</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độc</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lập</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trở</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lên</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Kiểm</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định</a:t>
            </a:r>
            <a:r>
              <a:rPr lang="en-US" b="0" dirty="0">
                <a:solidFill>
                  <a:schemeClr val="tx1"/>
                </a:solidFill>
                <a:effectLst/>
                <a:latin typeface="Helvetica" panose="020B0604020202020204" pitchFamily="34" charset="0"/>
                <a:cs typeface="Helvetica" panose="020B0604020202020204" pitchFamily="34" charset="0"/>
              </a:rPr>
              <a:t> Kruskal-Wallis </a:t>
            </a:r>
            <a:r>
              <a:rPr lang="en-US" b="0" dirty="0" err="1">
                <a:solidFill>
                  <a:schemeClr val="tx1"/>
                </a:solidFill>
                <a:effectLst/>
                <a:latin typeface="Helvetica" panose="020B0604020202020204" pitchFamily="34" charset="0"/>
                <a:cs typeface="Helvetica" panose="020B0604020202020204" pitchFamily="34" charset="0"/>
              </a:rPr>
              <a:t>chỉ</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giả</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thiết</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rằng</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các</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mẫu</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ngẫu</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nhiên</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này</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có</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cùng</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kiểu</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phân</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bố</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dữ</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liệu</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không</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nhất</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thiết</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phải</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là</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phân</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bố</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chuẩn</a:t>
            </a:r>
            <a:r>
              <a:rPr lang="en-US" b="0" dirty="0">
                <a:solidFill>
                  <a:schemeClr val="tx1"/>
                </a:solidFill>
                <a:effectLst/>
                <a:latin typeface="Helvetica" panose="020B0604020202020204" pitchFamily="34" charset="0"/>
                <a:cs typeface="Helvetica" panose="020B0604020202020204" pitchFamily="34" charset="0"/>
              </a:rPr>
              <a:t>.</a:t>
            </a:r>
          </a:p>
          <a:p>
            <a:pPr marL="285750" indent="-285750">
              <a:lnSpc>
                <a:spcPct val="150000"/>
              </a:lnSpc>
              <a:buFont typeface="Arial" panose="020B0604020202020204" pitchFamily="34" charset="0"/>
              <a:buChar char="•"/>
            </a:pPr>
            <a:r>
              <a:rPr lang="en-US" b="0" dirty="0" err="1">
                <a:solidFill>
                  <a:schemeClr val="tx1"/>
                </a:solidFill>
                <a:effectLst/>
                <a:latin typeface="Helvetica" panose="020B0604020202020204" pitchFamily="34" charset="0"/>
                <a:cs typeface="Helvetica" panose="020B0604020202020204" pitchFamily="34" charset="0"/>
              </a:rPr>
              <a:t>Các</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giả</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thuyết</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của</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kiểm</a:t>
            </a:r>
            <a:r>
              <a:rPr lang="en-US" b="0" dirty="0">
                <a:solidFill>
                  <a:schemeClr val="tx1"/>
                </a:solidFill>
                <a:effectLst/>
                <a:latin typeface="Helvetica" panose="020B0604020202020204" pitchFamily="34" charset="0"/>
                <a:cs typeface="Helvetica" panose="020B0604020202020204" pitchFamily="34" charset="0"/>
              </a:rPr>
              <a:t> </a:t>
            </a:r>
            <a:r>
              <a:rPr lang="en-US" b="0" dirty="0" err="1">
                <a:solidFill>
                  <a:schemeClr val="tx1"/>
                </a:solidFill>
                <a:effectLst/>
                <a:latin typeface="Helvetica" panose="020B0604020202020204" pitchFamily="34" charset="0"/>
                <a:cs typeface="Helvetica" panose="020B0604020202020204" pitchFamily="34" charset="0"/>
              </a:rPr>
              <a:t>định</a:t>
            </a:r>
            <a:r>
              <a:rPr lang="en-US" b="0" dirty="0">
                <a:solidFill>
                  <a:schemeClr val="tx1"/>
                </a:solidFill>
                <a:effectLst/>
                <a:latin typeface="Helvetica" panose="020B0604020202020204" pitchFamily="34" charset="0"/>
                <a:cs typeface="Helvetica" panose="020B0604020202020204" pitchFamily="34" charset="0"/>
              </a:rPr>
              <a:t> Kruskal-Wallis </a:t>
            </a:r>
            <a:r>
              <a:rPr lang="en-US" b="0" dirty="0" err="1">
                <a:solidFill>
                  <a:schemeClr val="tx1"/>
                </a:solidFill>
                <a:effectLst/>
                <a:latin typeface="Helvetica" panose="020B0604020202020204" pitchFamily="34" charset="0"/>
                <a:cs typeface="Helvetica" panose="020B0604020202020204" pitchFamily="34" charset="0"/>
              </a:rPr>
              <a:t>là</a:t>
            </a:r>
            <a:r>
              <a:rPr lang="en-US" b="0" dirty="0">
                <a:solidFill>
                  <a:schemeClr val="tx1"/>
                </a:solidFill>
                <a:effectLst/>
                <a:latin typeface="Helvetica" panose="020B0604020202020204" pitchFamily="34" charset="0"/>
                <a:cs typeface="Helvetica" panose="020B0604020202020204" pitchFamily="34" charset="0"/>
              </a:rPr>
              <a:t>:</a:t>
            </a:r>
          </a:p>
        </p:txBody>
      </p:sp>
      <p:pic>
        <p:nvPicPr>
          <p:cNvPr id="7" name="Picture 6">
            <a:extLst>
              <a:ext uri="{FF2B5EF4-FFF2-40B4-BE49-F238E27FC236}">
                <a16:creationId xmlns:a16="http://schemas.microsoft.com/office/drawing/2014/main" id="{E71B565B-5801-4950-9161-24304D42C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4188" y="3997762"/>
            <a:ext cx="5952660" cy="819174"/>
          </a:xfrm>
          <a:prstGeom prst="rect">
            <a:avLst/>
          </a:prstGeom>
        </p:spPr>
      </p:pic>
    </p:spTree>
    <p:extLst>
      <p:ext uri="{BB962C8B-B14F-4D97-AF65-F5344CB8AC3E}">
        <p14:creationId xmlns:p14="http://schemas.microsoft.com/office/powerpoint/2010/main" val="3115390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r>
              <a:rPr lang="en-US" dirty="0">
                <a:solidFill>
                  <a:schemeClr val="bg1"/>
                </a:solidFill>
              </a:rPr>
              <a:t>4. KRUSKAL-WALLIS TEST – R CODE</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pPr algn="just"/>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16</a:t>
            </a:fld>
            <a:endParaRPr lang="en-US" dirty="0">
              <a:cs typeface="Helvetica" panose="020B0604020202020204" pitchFamily="34" charset="0"/>
            </a:endParaRPr>
          </a:p>
        </p:txBody>
      </p:sp>
      <p:pic>
        <p:nvPicPr>
          <p:cNvPr id="23" name="Picture 22">
            <a:extLst>
              <a:ext uri="{FF2B5EF4-FFF2-40B4-BE49-F238E27FC236}">
                <a16:creationId xmlns:a16="http://schemas.microsoft.com/office/drawing/2014/main" id="{3ABD6531-09FA-4A71-A265-31CC1DCFD89B}"/>
              </a:ext>
            </a:extLst>
          </p:cNvPr>
          <p:cNvPicPr>
            <a:picLocks noChangeAspect="1"/>
          </p:cNvPicPr>
          <p:nvPr/>
        </p:nvPicPr>
        <p:blipFill>
          <a:blip r:embed="rId3"/>
          <a:stretch>
            <a:fillRect/>
          </a:stretch>
        </p:blipFill>
        <p:spPr>
          <a:xfrm>
            <a:off x="6219824" y="1269206"/>
            <a:ext cx="5770059" cy="4319588"/>
          </a:xfrm>
          <a:prstGeom prst="rect">
            <a:avLst/>
          </a:prstGeom>
          <a:solidFill>
            <a:schemeClr val="bg1"/>
          </a:solidFill>
          <a:ln>
            <a:solidFill>
              <a:schemeClr val="tx1"/>
            </a:solidFill>
          </a:ln>
        </p:spPr>
      </p:pic>
      <p:pic>
        <p:nvPicPr>
          <p:cNvPr id="5" name="Picture 4">
            <a:extLst>
              <a:ext uri="{FF2B5EF4-FFF2-40B4-BE49-F238E27FC236}">
                <a16:creationId xmlns:a16="http://schemas.microsoft.com/office/drawing/2014/main" id="{F3B6E88F-CE0A-44E7-86F8-FEC1A1795BF0}"/>
              </a:ext>
            </a:extLst>
          </p:cNvPr>
          <p:cNvPicPr>
            <a:picLocks noChangeAspect="1"/>
          </p:cNvPicPr>
          <p:nvPr/>
        </p:nvPicPr>
        <p:blipFill>
          <a:blip r:embed="rId4"/>
          <a:stretch>
            <a:fillRect/>
          </a:stretch>
        </p:blipFill>
        <p:spPr>
          <a:xfrm>
            <a:off x="202117" y="2098409"/>
            <a:ext cx="5582709" cy="1000125"/>
          </a:xfrm>
          <a:prstGeom prst="rect">
            <a:avLst/>
          </a:prstGeom>
          <a:ln>
            <a:solidFill>
              <a:schemeClr val="tx1"/>
            </a:solidFill>
          </a:ln>
        </p:spPr>
      </p:pic>
      <p:pic>
        <p:nvPicPr>
          <p:cNvPr id="7" name="Picture 6">
            <a:extLst>
              <a:ext uri="{FF2B5EF4-FFF2-40B4-BE49-F238E27FC236}">
                <a16:creationId xmlns:a16="http://schemas.microsoft.com/office/drawing/2014/main" id="{20DF3434-F582-4CBA-8DDB-0A45409EDCC5}"/>
              </a:ext>
            </a:extLst>
          </p:cNvPr>
          <p:cNvPicPr>
            <a:picLocks noChangeAspect="1"/>
          </p:cNvPicPr>
          <p:nvPr/>
        </p:nvPicPr>
        <p:blipFill>
          <a:blip r:embed="rId5"/>
          <a:stretch>
            <a:fillRect/>
          </a:stretch>
        </p:blipFill>
        <p:spPr>
          <a:xfrm>
            <a:off x="202116" y="4190073"/>
            <a:ext cx="5582709" cy="1038225"/>
          </a:xfrm>
          <a:prstGeom prst="rect">
            <a:avLst/>
          </a:prstGeom>
          <a:ln>
            <a:solidFill>
              <a:schemeClr val="tx1"/>
            </a:solidFill>
          </a:ln>
        </p:spPr>
      </p:pic>
      <p:sp>
        <p:nvSpPr>
          <p:cNvPr id="8" name="TextBox 7">
            <a:extLst>
              <a:ext uri="{FF2B5EF4-FFF2-40B4-BE49-F238E27FC236}">
                <a16:creationId xmlns:a16="http://schemas.microsoft.com/office/drawing/2014/main" id="{5D4BAC0C-68C8-4EC2-B831-81DCA0DFCE07}"/>
              </a:ext>
            </a:extLst>
          </p:cNvPr>
          <p:cNvSpPr txBox="1"/>
          <p:nvPr/>
        </p:nvSpPr>
        <p:spPr>
          <a:xfrm>
            <a:off x="202117" y="1432555"/>
            <a:ext cx="1943100" cy="400110"/>
          </a:xfrm>
          <a:prstGeom prst="rect">
            <a:avLst/>
          </a:prstGeom>
          <a:noFill/>
        </p:spPr>
        <p:txBody>
          <a:bodyPr wrap="square" rtlCol="0">
            <a:spAutoFit/>
          </a:bodyPr>
          <a:lstStyle/>
          <a:p>
            <a:pPr algn="just"/>
            <a:r>
              <a:rPr lang="en-US" sz="2000" dirty="0" err="1">
                <a:latin typeface="Helvetica" panose="020B0604020202020204" pitchFamily="34" charset="0"/>
                <a:cs typeface="Helvetica" panose="020B0604020202020204" pitchFamily="34" charset="0"/>
              </a:rPr>
              <a:t>Công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thức</a:t>
            </a:r>
            <a:r>
              <a:rPr lang="en-US" sz="2000" dirty="0">
                <a:latin typeface="Helvetica" panose="020B0604020202020204" pitchFamily="34" charset="0"/>
                <a:cs typeface="Helvetica" panose="020B0604020202020204" pitchFamily="34" charset="0"/>
              </a:rPr>
              <a:t> 1:</a:t>
            </a:r>
            <a:endParaRPr lang="vi-VN" sz="2000" dirty="0">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AF0BD3C6-A76E-4DAC-8F0F-858451A9572C}"/>
              </a:ext>
            </a:extLst>
          </p:cNvPr>
          <p:cNvSpPr txBox="1"/>
          <p:nvPr/>
        </p:nvSpPr>
        <p:spPr>
          <a:xfrm>
            <a:off x="202117" y="3651880"/>
            <a:ext cx="1943100" cy="400110"/>
          </a:xfrm>
          <a:prstGeom prst="rect">
            <a:avLst/>
          </a:prstGeom>
          <a:noFill/>
        </p:spPr>
        <p:txBody>
          <a:bodyPr wrap="square" rtlCol="0">
            <a:spAutoFit/>
          </a:bodyPr>
          <a:lstStyle/>
          <a:p>
            <a:pPr algn="just"/>
            <a:r>
              <a:rPr lang="en-US" sz="2000" dirty="0" err="1">
                <a:latin typeface="Helvetica" panose="020B0604020202020204" pitchFamily="34" charset="0"/>
                <a:cs typeface="Helvetica" panose="020B0604020202020204" pitchFamily="34" charset="0"/>
              </a:rPr>
              <a:t>Công</a:t>
            </a:r>
            <a:r>
              <a:rPr lang="en-US" sz="2000" dirty="0">
                <a:latin typeface="Helvetica" panose="020B0604020202020204" pitchFamily="34" charset="0"/>
                <a:cs typeface="Helvetica" panose="020B0604020202020204" pitchFamily="34" charset="0"/>
              </a:rPr>
              <a:t> </a:t>
            </a:r>
            <a:r>
              <a:rPr lang="en-US" sz="2000" dirty="0" err="1">
                <a:latin typeface="Helvetica" panose="020B0604020202020204" pitchFamily="34" charset="0"/>
                <a:cs typeface="Helvetica" panose="020B0604020202020204" pitchFamily="34" charset="0"/>
              </a:rPr>
              <a:t>thức</a:t>
            </a:r>
            <a:r>
              <a:rPr lang="en-US" sz="2000" dirty="0">
                <a:latin typeface="Helvetica" panose="020B0604020202020204" pitchFamily="34" charset="0"/>
                <a:cs typeface="Helvetica" panose="020B0604020202020204" pitchFamily="34" charset="0"/>
              </a:rPr>
              <a:t> 2:</a:t>
            </a:r>
            <a:endParaRPr lang="vi-VN" sz="2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114555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fontScale="90000"/>
          </a:bodyPr>
          <a:lstStyle/>
          <a:p>
            <a:r>
              <a:rPr lang="en-US" dirty="0">
                <a:solidFill>
                  <a:schemeClr val="bg1"/>
                </a:solidFill>
              </a:rPr>
              <a:t>5. FRIEDMAN TEST FOR RANDOMIZED BLOCK DESIGN</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pPr algn="just"/>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17</a:t>
            </a:fld>
            <a:endParaRPr lang="en-US" dirty="0">
              <a:cs typeface="Helvetica" panose="020B0604020202020204" pitchFamily="34" charset="0"/>
            </a:endParaRPr>
          </a:p>
        </p:txBody>
      </p:sp>
      <p:sp>
        <p:nvSpPr>
          <p:cNvPr id="7" name="Content Placeholder 6">
            <a:extLst>
              <a:ext uri="{FF2B5EF4-FFF2-40B4-BE49-F238E27FC236}">
                <a16:creationId xmlns:a16="http://schemas.microsoft.com/office/drawing/2014/main" id="{4CE67E20-F4FA-4CAE-A98E-56889D3CA56E}"/>
              </a:ext>
            </a:extLst>
          </p:cNvPr>
          <p:cNvSpPr txBox="1">
            <a:spLocks/>
          </p:cNvSpPr>
          <p:nvPr/>
        </p:nvSpPr>
        <p:spPr>
          <a:xfrm>
            <a:off x="692093" y="1306714"/>
            <a:ext cx="11000316" cy="384631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50000"/>
              </a:lnSpc>
              <a:spcBef>
                <a:spcPts val="1000"/>
              </a:spcBef>
              <a:spcAft>
                <a:spcPts val="0"/>
              </a:spcAft>
              <a:buClr>
                <a:srgbClr val="5FCBEF"/>
              </a:buClr>
              <a:buSzPct val="80000"/>
              <a:buFont typeface="Wingdings 3" charset="2"/>
              <a:buChar char=""/>
              <a:tabLst/>
              <a:defRPr/>
            </a:pP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Phiên</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bản</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kiểm</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định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phi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tham</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số</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của</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phương</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pháp</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kiểm</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định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ANOVA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hai</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chiều</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a:t>
            </a:r>
          </a:p>
          <a:p>
            <a:pPr marL="342900" marR="0" lvl="0" indent="-342900" algn="l" defTabSz="457200" rtl="0" eaLnBrk="1" fontAlgn="auto" latinLnBrk="0" hangingPunct="1">
              <a:lnSpc>
                <a:spcPct val="150000"/>
              </a:lnSpc>
              <a:spcBef>
                <a:spcPts val="1000"/>
              </a:spcBef>
              <a:spcAft>
                <a:spcPts val="0"/>
              </a:spcAft>
              <a:buClr>
                <a:srgbClr val="5FCBEF"/>
              </a:buClr>
              <a:buSzPct val="80000"/>
              <a:buFont typeface="Wingdings 3" charset="2"/>
              <a:buChar char=""/>
              <a:tabLst/>
              <a:defRPr/>
            </a:pP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Phương</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pháp</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kiểm</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định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này</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sử</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dụng</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để</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so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sánh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từ</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ba</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mẫu</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ngẫu</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nhiên</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trở</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lên</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trong</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đó</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các</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mẫu</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này</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có</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tính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tương</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quan</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với</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nhau</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Các</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giả</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thiết</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của</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kiểm</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định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Friedman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tương</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tự</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như</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kiểm</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định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Kruskal-Wallis.</a:t>
            </a:r>
          </a:p>
          <a:p>
            <a:pPr marL="342900" marR="0" lvl="0" indent="-342900" algn="l" defTabSz="457200" rtl="0" eaLnBrk="1" fontAlgn="auto" latinLnBrk="0" hangingPunct="1">
              <a:lnSpc>
                <a:spcPct val="150000"/>
              </a:lnSpc>
              <a:spcBef>
                <a:spcPts val="1000"/>
              </a:spcBef>
              <a:spcAft>
                <a:spcPts val="0"/>
              </a:spcAft>
              <a:buClr>
                <a:srgbClr val="5FCBEF"/>
              </a:buClr>
              <a:buSzPct val="80000"/>
              <a:buFont typeface="Wingdings 3" charset="2"/>
              <a:buChar char=""/>
              <a:tabLst/>
              <a:defRPr/>
            </a:pP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Các</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giả</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thuyết</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của</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kiểm</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định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Friedman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tương</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tự</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kiểm</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a:t>
            </a:r>
            <a:r>
              <a:rPr kumimoji="0" lang="en-US" sz="2500" b="0" i="0" u="none" strike="noStrike" kern="1200" cap="none" spc="0" normalizeH="0" baseline="0" noProof="0" dirty="0" err="1">
                <a:ln>
                  <a:noFill/>
                </a:ln>
                <a:solidFill>
                  <a:sysClr val="windowText" lastClr="000000"/>
                </a:solidFill>
                <a:effectLst/>
                <a:uLnTx/>
                <a:uFillTx/>
                <a:latin typeface="Helvetica" panose="020B0604020202020204" pitchFamily="34" charset="0"/>
                <a:cs typeface="Helvetica" panose="020B0604020202020204" pitchFamily="34" charset="0"/>
              </a:rPr>
              <a:t>định</a:t>
            </a:r>
            <a:r>
              <a:rPr kumimoji="0" lang="en-US" sz="2500" b="0" i="0" u="none" strike="noStrike" kern="1200" cap="none" spc="0" normalizeH="0" baseline="0" noProof="0" dirty="0">
                <a:ln>
                  <a:noFill/>
                </a:ln>
                <a:solidFill>
                  <a:sysClr val="windowText" lastClr="000000"/>
                </a:solidFill>
                <a:effectLst/>
                <a:uLnTx/>
                <a:uFillTx/>
                <a:latin typeface="Helvetica" panose="020B0604020202020204" pitchFamily="34" charset="0"/>
                <a:cs typeface="Helvetica" panose="020B0604020202020204" pitchFamily="34" charset="0"/>
              </a:rPr>
              <a:t> Kruskal-Wallis.</a:t>
            </a:r>
          </a:p>
        </p:txBody>
      </p:sp>
    </p:spTree>
    <p:extLst>
      <p:ext uri="{BB962C8B-B14F-4D97-AF65-F5344CB8AC3E}">
        <p14:creationId xmlns:p14="http://schemas.microsoft.com/office/powerpoint/2010/main" val="3481317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fontScale="90000"/>
          </a:bodyPr>
          <a:lstStyle/>
          <a:p>
            <a:r>
              <a:rPr lang="en-US" dirty="0">
                <a:solidFill>
                  <a:schemeClr val="bg1"/>
                </a:solidFill>
              </a:rPr>
              <a:t>5. FRIEDMAN TEST FOR RANDOMIZED BLOCK DESIGN</a:t>
            </a:r>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pPr algn="just"/>
            <a:r>
              <a:rPr lang="en-US" dirty="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cs typeface="Helvetica" panose="020B0604020202020204" pitchFamily="34" charset="0"/>
              </a:rPr>
              <a:pPr/>
              <a:t>18</a:t>
            </a:fld>
            <a:endParaRPr lang="en-US" dirty="0">
              <a:cs typeface="Helvetica" panose="020B0604020202020204" pitchFamily="34" charset="0"/>
            </a:endParaRPr>
          </a:p>
        </p:txBody>
      </p:sp>
      <p:pic>
        <p:nvPicPr>
          <p:cNvPr id="12" name="Picture 11">
            <a:extLst>
              <a:ext uri="{FF2B5EF4-FFF2-40B4-BE49-F238E27FC236}">
                <a16:creationId xmlns:a16="http://schemas.microsoft.com/office/drawing/2014/main" id="{81329424-3442-489A-9B5F-A64FF7AD3C3F}"/>
              </a:ext>
            </a:extLst>
          </p:cNvPr>
          <p:cNvPicPr>
            <a:picLocks noChangeAspect="1"/>
          </p:cNvPicPr>
          <p:nvPr/>
        </p:nvPicPr>
        <p:blipFill>
          <a:blip r:embed="rId3"/>
          <a:stretch>
            <a:fillRect/>
          </a:stretch>
        </p:blipFill>
        <p:spPr>
          <a:xfrm>
            <a:off x="2828925" y="3076575"/>
            <a:ext cx="6686549" cy="2838450"/>
          </a:xfrm>
          <a:prstGeom prst="rect">
            <a:avLst/>
          </a:prstGeom>
        </p:spPr>
      </p:pic>
      <p:sp>
        <p:nvSpPr>
          <p:cNvPr id="13" name="TextBox 12">
            <a:extLst>
              <a:ext uri="{FF2B5EF4-FFF2-40B4-BE49-F238E27FC236}">
                <a16:creationId xmlns:a16="http://schemas.microsoft.com/office/drawing/2014/main" id="{57CDE331-A2BD-4037-9959-26AF4ABF7999}"/>
              </a:ext>
            </a:extLst>
          </p:cNvPr>
          <p:cNvSpPr txBox="1"/>
          <p:nvPr/>
        </p:nvSpPr>
        <p:spPr>
          <a:xfrm>
            <a:off x="1207115" y="1627673"/>
            <a:ext cx="10299085" cy="1246495"/>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sz="2500" dirty="0" err="1">
                <a:latin typeface="Arial" panose="020B0604020202020204" pitchFamily="34" charset="0"/>
                <a:cs typeface="Arial" panose="020B0604020202020204" pitchFamily="34" charset="0"/>
              </a:rPr>
              <a:t>Trong</a:t>
            </a:r>
            <a:r>
              <a:rPr lang="en-US" sz="2500" dirty="0">
                <a:latin typeface="Arial" panose="020B0604020202020204" pitchFamily="34" charset="0"/>
                <a:cs typeface="Arial" panose="020B0604020202020204" pitchFamily="34" charset="0"/>
              </a:rPr>
              <a:t> R, </a:t>
            </a:r>
            <a:r>
              <a:rPr lang="en-US" sz="2500" dirty="0" err="1">
                <a:latin typeface="Arial" panose="020B0604020202020204" pitchFamily="34" charset="0"/>
                <a:cs typeface="Arial" panose="020B0604020202020204" pitchFamily="34" charset="0"/>
              </a:rPr>
              <a:t>để</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tính</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giá</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trị</a:t>
            </a:r>
            <a:r>
              <a:rPr lang="en-US" sz="2500" dirty="0">
                <a:latin typeface="Arial" panose="020B0604020202020204" pitchFamily="34" charset="0"/>
                <a:cs typeface="Arial" panose="020B0604020202020204" pitchFamily="34" charset="0"/>
              </a:rPr>
              <a:t> test </a:t>
            </a:r>
            <a:r>
              <a:rPr lang="en-US" sz="2500" dirty="0" err="1">
                <a:latin typeface="Arial" panose="020B0604020202020204" pitchFamily="34" charset="0"/>
                <a:cs typeface="Arial" panose="020B0604020202020204" pitchFamily="34" charset="0"/>
              </a:rPr>
              <a:t>thống</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kê</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của</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kiểm</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định</a:t>
            </a:r>
            <a:r>
              <a:rPr lang="en-US" sz="2500" dirty="0">
                <a:latin typeface="Arial" panose="020B0604020202020204" pitchFamily="34" charset="0"/>
                <a:cs typeface="Arial" panose="020B0604020202020204" pitchFamily="34" charset="0"/>
              </a:rPr>
              <a:t> Friedman </a:t>
            </a:r>
            <a:r>
              <a:rPr lang="en-US" sz="2500" dirty="0" err="1">
                <a:latin typeface="Arial" panose="020B0604020202020204" pitchFamily="34" charset="0"/>
                <a:cs typeface="Arial" panose="020B0604020202020204" pitchFamily="34" charset="0"/>
              </a:rPr>
              <a:t>và</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giá</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trị</a:t>
            </a:r>
            <a:r>
              <a:rPr lang="en-US" sz="2500" dirty="0">
                <a:latin typeface="Arial" panose="020B0604020202020204" pitchFamily="34" charset="0"/>
                <a:cs typeface="Arial" panose="020B0604020202020204" pitchFamily="34" charset="0"/>
              </a:rPr>
              <a:t> p-value </a:t>
            </a:r>
            <a:r>
              <a:rPr lang="en-US" sz="2500" dirty="0" err="1">
                <a:latin typeface="Arial" panose="020B0604020202020204" pitchFamily="34" charset="0"/>
                <a:cs typeface="Arial" panose="020B0604020202020204" pitchFamily="34" charset="0"/>
              </a:rPr>
              <a:t>tương</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ứng</a:t>
            </a:r>
            <a:r>
              <a:rPr lang="en-US" sz="2500" dirty="0">
                <a:latin typeface="Arial" panose="020B0604020202020204" pitchFamily="34" charset="0"/>
                <a:cs typeface="Arial" panose="020B0604020202020204" pitchFamily="34" charset="0"/>
              </a:rPr>
              <a:t>, ta </a:t>
            </a:r>
            <a:r>
              <a:rPr lang="en-US" sz="2500" dirty="0" err="1">
                <a:latin typeface="Arial" panose="020B0604020202020204" pitchFamily="34" charset="0"/>
                <a:cs typeface="Arial" panose="020B0604020202020204" pitchFamily="34" charset="0"/>
              </a:rPr>
              <a:t>cần</a:t>
            </a:r>
            <a:r>
              <a:rPr lang="en-US" sz="2500" dirty="0">
                <a:latin typeface="Arial" panose="020B0604020202020204" pitchFamily="34" charset="0"/>
                <a:cs typeface="Arial" panose="020B0604020202020204" pitchFamily="34" charset="0"/>
              </a:rPr>
              <a:t> chia </a:t>
            </a:r>
            <a:r>
              <a:rPr lang="en-US" sz="2500" dirty="0" err="1">
                <a:latin typeface="Arial" panose="020B0604020202020204" pitchFamily="34" charset="0"/>
                <a:cs typeface="Arial" panose="020B0604020202020204" pitchFamily="34" charset="0"/>
              </a:rPr>
              <a:t>dataframe</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thành</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các</a:t>
            </a:r>
            <a:r>
              <a:rPr lang="en-US" sz="2500" dirty="0">
                <a:latin typeface="Arial" panose="020B0604020202020204" pitchFamily="34" charset="0"/>
                <a:cs typeface="Arial" panose="020B0604020202020204" pitchFamily="34" charset="0"/>
              </a:rPr>
              <a:t> blocks, </a:t>
            </a:r>
            <a:r>
              <a:rPr lang="en-US" sz="2500" dirty="0" err="1">
                <a:latin typeface="Arial" panose="020B0604020202020204" pitchFamily="34" charset="0"/>
                <a:cs typeface="Arial" panose="020B0604020202020204" pitchFamily="34" charset="0"/>
              </a:rPr>
              <a:t>sau</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đó</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sử</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dụng</a:t>
            </a:r>
            <a:r>
              <a:rPr lang="en-US" sz="2500" dirty="0">
                <a:latin typeface="Arial" panose="020B0604020202020204" pitchFamily="34" charset="0"/>
                <a:cs typeface="Arial" panose="020B0604020202020204" pitchFamily="34" charset="0"/>
              </a:rPr>
              <a:t> </a:t>
            </a:r>
            <a:r>
              <a:rPr lang="en-US" sz="2500" dirty="0" err="1">
                <a:latin typeface="Arial" panose="020B0604020202020204" pitchFamily="34" charset="0"/>
                <a:cs typeface="Arial" panose="020B0604020202020204" pitchFamily="34" charset="0"/>
              </a:rPr>
              <a:t>hàm</a:t>
            </a:r>
            <a:r>
              <a:rPr lang="en-US" sz="2500" dirty="0">
                <a:latin typeface="Arial" panose="020B0604020202020204" pitchFamily="34" charset="0"/>
                <a:cs typeface="Arial" panose="020B0604020202020204" pitchFamily="34" charset="0"/>
              </a:rPr>
              <a:t> </a:t>
            </a:r>
            <a:r>
              <a:rPr lang="en-US" sz="2500" dirty="0" err="1">
                <a:solidFill>
                  <a:schemeClr val="accent1"/>
                </a:solidFill>
                <a:latin typeface="Arial" panose="020B0604020202020204" pitchFamily="34" charset="0"/>
                <a:cs typeface="Arial" panose="020B0604020202020204" pitchFamily="34" charset="0"/>
              </a:rPr>
              <a:t>friedman.test</a:t>
            </a:r>
            <a:r>
              <a:rPr lang="en-US" sz="2500" dirty="0">
                <a:solidFill>
                  <a:schemeClr val="accent1"/>
                </a:solidFill>
                <a:latin typeface="Arial" panose="020B0604020202020204" pitchFamily="34" charset="0"/>
                <a:cs typeface="Arial" panose="020B0604020202020204" pitchFamily="34" charset="0"/>
              </a:rPr>
              <a:t>()</a:t>
            </a:r>
            <a:r>
              <a:rPr lang="en-US" sz="25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07722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r>
              <a:rPr lang="en-US" b="1" dirty="0">
                <a:solidFill>
                  <a:schemeClr val="bg1"/>
                </a:solidFill>
              </a:rPr>
              <a:t>6. Goodness of fit test</a:t>
            </a:r>
            <a:endParaRPr lang="en-US" b="1" dirty="0">
              <a:solidFill>
                <a:schemeClr val="bg1"/>
              </a:solidFill>
              <a:latin typeface="Helvetica" panose="020B0604020202020204" pitchFamily="34" charset="0"/>
              <a:cs typeface="Helvetica" panose="020B0604020202020204" pitchFamily="34" charset="0"/>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latin typeface="Helvetica" panose="020B0604020202020204" pitchFamily="34" charset="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latin typeface="Helvetica" panose="020B0604020202020204" pitchFamily="34" charset="0"/>
                <a:cs typeface="Helvetica" panose="020B0604020202020204" pitchFamily="34" charset="0"/>
              </a:rPr>
              <a:pPr/>
              <a:t>19</a:t>
            </a:fld>
            <a:endParaRPr lang="en-US" dirty="0">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2F598355-61D6-4AD1-A281-9DFEB57AC6A3}"/>
              </a:ext>
            </a:extLst>
          </p:cNvPr>
          <p:cNvSpPr txBox="1"/>
          <p:nvPr/>
        </p:nvSpPr>
        <p:spPr>
          <a:xfrm>
            <a:off x="731338" y="1926666"/>
            <a:ext cx="11258546" cy="3262432"/>
          </a:xfrm>
          <a:prstGeom prst="rect">
            <a:avLst/>
          </a:prstGeom>
          <a:noFill/>
        </p:spPr>
        <p:txBody>
          <a:bodyPr wrap="square" rtlCol="0">
            <a:spAutoFit/>
          </a:bodyPr>
          <a:lstStyle/>
          <a:p>
            <a:pPr marL="285750" indent="-285750" algn="just">
              <a:buFont typeface="Arial" panose="020B0604020202020204" pitchFamily="34" charset="0"/>
              <a:buChar char="•"/>
            </a:pPr>
            <a:r>
              <a:rPr lang="vi-VN" dirty="0">
                <a:latin typeface="Helvetica" panose="020B0604020202020204" pitchFamily="34" charset="0"/>
                <a:cs typeface="Helvetica" panose="020B0604020202020204" pitchFamily="34" charset="0"/>
              </a:rPr>
              <a:t>Goodness of fit là mức độ phù hợp. </a:t>
            </a:r>
          </a:p>
          <a:p>
            <a:pPr marL="285750" indent="-285750" algn="just">
              <a:buFont typeface="Arial" panose="020B0604020202020204" pitchFamily="34" charset="0"/>
              <a:buChar char="•"/>
            </a:pPr>
            <a:r>
              <a:rPr lang="en-US" dirty="0">
                <a:latin typeface="Helvetica" panose="020B0604020202020204" pitchFamily="34" charset="0"/>
                <a:cs typeface="Helvetica" panose="020B0604020202020204" pitchFamily="34" charset="0"/>
              </a:rPr>
              <a:t>So </a:t>
            </a:r>
            <a:r>
              <a:rPr lang="en-US" dirty="0" err="1">
                <a:latin typeface="Helvetica" panose="020B0604020202020204" pitchFamily="34" charset="0"/>
                <a:cs typeface="Helvetica" panose="020B0604020202020204" pitchFamily="34" charset="0"/>
              </a:rPr>
              <a:t>sánh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dữ</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đã</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với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một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phân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phối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đã</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biết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và</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cho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biết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cùng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phân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phối</a:t>
            </a:r>
            <a:r>
              <a:rPr lang="en-US" dirty="0">
                <a:latin typeface="Helvetica" panose="020B0604020202020204" pitchFamily="34" charset="0"/>
                <a:cs typeface="Helvetica" panose="020B0604020202020204" pitchFamily="34" charset="0"/>
              </a:rPr>
              <a:t> hay </a:t>
            </a:r>
            <a:r>
              <a:rPr lang="en-US" dirty="0" err="1">
                <a:latin typeface="Helvetica" panose="020B0604020202020204" pitchFamily="34" charset="0"/>
                <a:cs typeface="Helvetica" panose="020B0604020202020204" pitchFamily="34" charset="0"/>
              </a:rPr>
              <a:t>không</a:t>
            </a:r>
            <a:endParaRPr lang="en-US" b="1" dirty="0">
              <a:solidFill>
                <a:srgbClr val="0070C0"/>
              </a:solidFill>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endParaRPr lang="en-US" b="1" dirty="0">
              <a:solidFill>
                <a:srgbClr val="0070C0"/>
              </a:solidFill>
              <a:latin typeface="Helvetica" panose="020B0604020202020204" pitchFamily="34" charset="0"/>
              <a:cs typeface="Helvetica" panose="020B0604020202020204" pitchFamily="34" charset="0"/>
            </a:endParaRPr>
          </a:p>
          <a:p>
            <a:pPr algn="just"/>
            <a:r>
              <a:rPr lang="en-US" sz="2400" b="1" dirty="0" err="1">
                <a:solidFill>
                  <a:srgbClr val="0070C0"/>
                </a:solidFill>
                <a:latin typeface="Helvetica" panose="020B0604020202020204" pitchFamily="34" charset="0"/>
                <a:cs typeface="Helvetica" panose="020B0604020202020204" pitchFamily="34" charset="0"/>
              </a:rPr>
              <a:t>Kiểm</a:t>
            </a:r>
            <a:r>
              <a:rPr lang="en-US" sz="2400" b="1" dirty="0">
                <a:solidFill>
                  <a:srgbClr val="0070C0"/>
                </a:solidFill>
                <a:latin typeface="Helvetica" panose="020B0604020202020204" pitchFamily="34" charset="0"/>
                <a:cs typeface="Helvetica" panose="020B0604020202020204" pitchFamily="34" charset="0"/>
              </a:rPr>
              <a:t> </a:t>
            </a:r>
            <a:r>
              <a:rPr lang="en-US" sz="2400" b="1" dirty="0" err="1">
                <a:solidFill>
                  <a:srgbClr val="0070C0"/>
                </a:solidFill>
                <a:latin typeface="Helvetica" panose="020B0604020202020204" pitchFamily="34" charset="0"/>
                <a:cs typeface="Helvetica" panose="020B0604020202020204" pitchFamily="34" charset="0"/>
              </a:rPr>
              <a:t>tra</a:t>
            </a:r>
            <a:r>
              <a:rPr lang="en-US" sz="2400" b="1" dirty="0">
                <a:solidFill>
                  <a:srgbClr val="0070C0"/>
                </a:solidFill>
                <a:latin typeface="Helvetica" panose="020B0604020202020204" pitchFamily="34" charset="0"/>
                <a:cs typeface="Helvetica" panose="020B0604020202020204" pitchFamily="34" charset="0"/>
              </a:rPr>
              <a:t> </a:t>
            </a:r>
            <a:r>
              <a:rPr lang="en-US" sz="2400" b="1" dirty="0" err="1">
                <a:solidFill>
                  <a:srgbClr val="0070C0"/>
                </a:solidFill>
                <a:latin typeface="Helvetica" panose="020B0604020202020204" pitchFamily="34" charset="0"/>
                <a:cs typeface="Helvetica" panose="020B0604020202020204" pitchFamily="34" charset="0"/>
              </a:rPr>
              <a:t>phân</a:t>
            </a:r>
            <a:r>
              <a:rPr lang="en-US" sz="2400" b="1" dirty="0">
                <a:solidFill>
                  <a:srgbClr val="0070C0"/>
                </a:solidFill>
                <a:latin typeface="Helvetica" panose="020B0604020202020204" pitchFamily="34" charset="0"/>
                <a:cs typeface="Helvetica" panose="020B0604020202020204" pitchFamily="34" charset="0"/>
              </a:rPr>
              <a:t> </a:t>
            </a:r>
            <a:r>
              <a:rPr lang="en-US" sz="2400" b="1" dirty="0" err="1">
                <a:solidFill>
                  <a:srgbClr val="0070C0"/>
                </a:solidFill>
                <a:latin typeface="Helvetica" panose="020B0604020202020204" pitchFamily="34" charset="0"/>
                <a:cs typeface="Helvetica" panose="020B0604020202020204" pitchFamily="34" charset="0"/>
              </a:rPr>
              <a:t>bố</a:t>
            </a:r>
            <a:r>
              <a:rPr lang="en-US" sz="2400" b="1" dirty="0">
                <a:solidFill>
                  <a:srgbClr val="0070C0"/>
                </a:solidFill>
                <a:latin typeface="Helvetica" panose="020B0604020202020204" pitchFamily="34" charset="0"/>
                <a:cs typeface="Helvetica" panose="020B0604020202020204" pitchFamily="34" charset="0"/>
              </a:rPr>
              <a:t> </a:t>
            </a:r>
            <a:r>
              <a:rPr lang="en-US" sz="2400" b="1" dirty="0" err="1">
                <a:solidFill>
                  <a:srgbClr val="0070C0"/>
                </a:solidFill>
                <a:latin typeface="Helvetica" panose="020B0604020202020204" pitchFamily="34" charset="0"/>
                <a:cs typeface="Helvetica" panose="020B0604020202020204" pitchFamily="34" charset="0"/>
              </a:rPr>
              <a:t>Chuẩn</a:t>
            </a:r>
            <a:r>
              <a:rPr lang="en-US" sz="2400" b="1" dirty="0">
                <a:solidFill>
                  <a:srgbClr val="0070C0"/>
                </a:solidFill>
                <a:latin typeface="Helvetica" panose="020B0604020202020204" pitchFamily="34" charset="0"/>
                <a:cs typeface="Helvetica" panose="020B0604020202020204" pitchFamily="34" charset="0"/>
              </a:rPr>
              <a:t>:</a:t>
            </a:r>
          </a:p>
          <a:p>
            <a:pPr marL="457200" indent="-457200" algn="just">
              <a:buAutoNum type="arabicPeriod"/>
            </a:pPr>
            <a:r>
              <a:rPr lang="en-US" sz="1600" b="1" dirty="0">
                <a:latin typeface="Times New Roman" panose="02020603050405020304" pitchFamily="18" charset="0"/>
                <a:cs typeface="Times New Roman" panose="02020603050405020304" pitchFamily="18" charset="0"/>
              </a:rPr>
              <a:t>QQ plot</a:t>
            </a:r>
          </a:p>
          <a:p>
            <a:pPr marL="457200" indent="-457200" algn="just">
              <a:buAutoNum type="arabicPeriod"/>
            </a:pPr>
            <a:r>
              <a:rPr lang="en-US" sz="1600" b="1" dirty="0" err="1">
                <a:latin typeface="Times New Roman" panose="02020603050405020304" pitchFamily="18" charset="0"/>
                <a:cs typeface="Times New Roman" panose="02020603050405020304" pitchFamily="18" charset="0"/>
              </a:rPr>
              <a:t>Shapiro.test</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shapiro</a:t>
            </a:r>
            <a:r>
              <a:rPr lang="en-US" sz="1600" b="1" dirty="0">
                <a:latin typeface="Times New Roman" panose="02020603050405020304" pitchFamily="18" charset="0"/>
                <a:cs typeface="Times New Roman" panose="02020603050405020304" pitchFamily="18" charset="0"/>
              </a:rPr>
              <a:t>(x)</a:t>
            </a:r>
          </a:p>
          <a:p>
            <a:pPr algn="just"/>
            <a:r>
              <a:rPr lang="vi-VN" sz="1600" b="1" dirty="0">
                <a:latin typeface="Times New Roman" panose="02020603050405020304" pitchFamily="18" charset="0"/>
                <a:cs typeface="Times New Roman" panose="02020603050405020304" pitchFamily="18" charset="0"/>
              </a:rPr>
              <a:t>Nó có độ chính xác cao và cho phép phát hiện các độ lệch nhỏ khỏi phân phối </a:t>
            </a:r>
          </a:p>
          <a:p>
            <a:pPr algn="just"/>
            <a:r>
              <a:rPr lang="vi-VN" sz="1600" b="1" dirty="0">
                <a:latin typeface="Times New Roman" panose="02020603050405020304" pitchFamily="18" charset="0"/>
                <a:cs typeface="Times New Roman" panose="02020603050405020304" pitchFamily="18" charset="0"/>
              </a:rPr>
              <a:t>chuẩn, đặc biệt là đối với các mẫu có kích thước nhỏ.</a:t>
            </a:r>
          </a:p>
          <a:p>
            <a:pPr algn="just"/>
            <a:r>
              <a:rPr lang="vi-VN" sz="1600" b="1" dirty="0">
                <a:latin typeface="Times New Roman" panose="02020603050405020304" pitchFamily="18" charset="0"/>
                <a:cs typeface="Times New Roman" panose="02020603050405020304" pitchFamily="18" charset="0"/>
              </a:rPr>
              <a:t>•  Kiểm định Shapiro-Wilk có thể áp dụng cho các mẫu có kích thước nhỏ (n&lt;=5000)</a:t>
            </a:r>
          </a:p>
          <a:p>
            <a:pPr algn="just"/>
            <a:r>
              <a:rPr lang="vi-VN" sz="1600" b="1" dirty="0">
                <a:latin typeface="Times New Roman" panose="02020603050405020304" pitchFamily="18" charset="0"/>
                <a:cs typeface="Times New Roman" panose="02020603050405020304" pitchFamily="18" charset="0"/>
              </a:rPr>
              <a:t>•  Không cần chỉ định trước cho tham số của phân bố</a:t>
            </a:r>
          </a:p>
          <a:p>
            <a:pPr algn="just"/>
            <a:r>
              <a:rPr lang="vi-VN" sz="1600" b="1" dirty="0">
                <a:latin typeface="Times New Roman" panose="02020603050405020304" pitchFamily="18" charset="0"/>
                <a:cs typeface="Times New Roman" panose="02020603050405020304" pitchFamily="18" charset="0"/>
              </a:rPr>
              <a:t>•  Chỉ test được cho phân bố chuẩn</a:t>
            </a:r>
            <a:endParaRPr lang="en-US" sz="1600" b="1" dirty="0">
              <a:latin typeface="Times New Roman" panose="02020603050405020304" pitchFamily="18" charset="0"/>
              <a:cs typeface="Times New Roman" panose="02020603050405020304" pitchFamily="18" charset="0"/>
            </a:endParaRPr>
          </a:p>
          <a:p>
            <a:pPr marL="457200" indent="-457200" algn="just">
              <a:buAutoNum type="arabicPeriod"/>
            </a:pPr>
            <a:endParaRPr lang="vi-V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756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r>
                  <a:rPr lang="en-US" b="1" dirty="0">
                    <a:solidFill>
                      <a:schemeClr val="bg1"/>
                    </a:solidFill>
                  </a:rPr>
                  <a:t> </a:t>
                </a:r>
                <a:r>
                  <a:rPr lang="en-US" b="1" dirty="0" err="1">
                    <a:solidFill>
                      <a:schemeClr val="bg1"/>
                    </a:solidFill>
                  </a:rPr>
                  <a:t>Kiểm</a:t>
                </a:r>
                <a:r>
                  <a:rPr lang="en-US" b="1" dirty="0">
                    <a:solidFill>
                      <a:schemeClr val="bg1"/>
                    </a:solidFill>
                  </a:rPr>
                  <a:t> </a:t>
                </a:r>
                <a:r>
                  <a:rPr lang="en-US" b="1" dirty="0" err="1">
                    <a:solidFill>
                      <a:schemeClr val="bg1"/>
                    </a:solidFill>
                  </a:rPr>
                  <a:t>định</a:t>
                </a:r>
                <a:r>
                  <a:rPr lang="en-US" b="1" dirty="0">
                    <a:solidFill>
                      <a:schemeClr val="bg1"/>
                    </a:solidFill>
                  </a:rPr>
                  <a:t> </a:t>
                </a:r>
                <a14:m>
                  <m:oMath xmlns:m="http://schemas.openxmlformats.org/officeDocument/2006/math">
                    <m:sSup>
                      <m:sSupPr>
                        <m:ctrlPr>
                          <a:rPr lang="en-US" b="1" i="1" smtClean="0">
                            <a:solidFill>
                              <a:schemeClr val="bg1">
                                <a:alpha val="80000"/>
                              </a:schemeClr>
                            </a:solidFill>
                            <a:latin typeface="Cambria Math" panose="02040503050406030204" pitchFamily="18" charset="0"/>
                          </a:rPr>
                        </m:ctrlPr>
                      </m:sSupPr>
                      <m:e>
                        <m:r>
                          <a:rPr lang="el-GR" b="1" i="1">
                            <a:solidFill>
                              <a:schemeClr val="bg1">
                                <a:alpha val="80000"/>
                              </a:schemeClr>
                            </a:solidFill>
                            <a:latin typeface="Cambria Math" panose="02040503050406030204" pitchFamily="18" charset="0"/>
                          </a:rPr>
                          <m:t>𝝌</m:t>
                        </m:r>
                      </m:e>
                      <m:sup>
                        <m:r>
                          <a:rPr lang="en-US" b="1" i="1">
                            <a:solidFill>
                              <a:schemeClr val="bg1">
                                <a:alpha val="80000"/>
                              </a:schemeClr>
                            </a:solidFill>
                            <a:latin typeface="Cambria Math" panose="02040503050406030204" pitchFamily="18" charset="0"/>
                          </a:rPr>
                          <m:t>𝟐</m:t>
                        </m:r>
                      </m:sup>
                    </m:sSup>
                  </m:oMath>
                </a14:m>
                <a:r>
                  <a:rPr lang="en-US" b="1" dirty="0">
                    <a:solidFill>
                      <a:schemeClr val="bg1"/>
                    </a:solidFill>
                  </a:rPr>
                  <a:t> </a:t>
                </a:r>
              </a:p>
            </p:txBody>
          </p:sp>
        </mc:Choice>
        <mc:Fallback>
          <p:sp>
            <p:nvSpPr>
              <p:cNvPr id="11" name="Title 10">
                <a:extLst>
                  <a:ext uri="{FF2B5EF4-FFF2-40B4-BE49-F238E27FC236}">
                    <a16:creationId xmlns:a16="http://schemas.microsoft.com/office/drawing/2014/main" id="{A8C7C3E5-9950-45B6-A163-B4C9159A97D6}"/>
                  </a:ext>
                </a:extLst>
              </p:cNvPr>
              <p:cNvSpPr>
                <a:spLocks noGrp="1" noRot="1" noChangeAspect="1" noMove="1" noResize="1" noEditPoints="1" noAdjustHandles="1" noChangeArrowheads="1" noChangeShapeType="1" noTextEdit="1"/>
              </p:cNvSpPr>
              <p:nvPr>
                <p:ph type="title"/>
              </p:nvPr>
            </p:nvSpPr>
            <p:spPr>
              <a:xfrm>
                <a:off x="0" y="0"/>
                <a:ext cx="12192000" cy="1060184"/>
              </a:xfrm>
              <a:blipFill>
                <a:blip r:embed="rId3"/>
                <a:stretch>
                  <a:fillRect t="-1149" b="-10345"/>
                </a:stretch>
              </a:blipFill>
            </p:spPr>
            <p:txBody>
              <a:bodyPr/>
              <a:lstStyle/>
              <a:p>
                <a:r>
                  <a:rPr lang="en-US">
                    <a:noFill/>
                  </a:rPr>
                  <a:t> </a:t>
                </a:r>
              </a:p>
            </p:txBody>
          </p:sp>
        </mc:Fallback>
      </mc:AlternateContent>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latin typeface="Helvetica" panose="020B0604020202020204" pitchFamily="34" charset="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latin typeface="Helvetica" panose="020B0604020202020204" pitchFamily="34" charset="0"/>
                <a:cs typeface="Helvetica" panose="020B0604020202020204" pitchFamily="34" charset="0"/>
              </a:rPr>
              <a:pPr/>
              <a:t>20</a:t>
            </a:fld>
            <a:endParaRPr lang="en-US" dirty="0">
              <a:latin typeface="Helvetica" panose="020B0604020202020204" pitchFamily="34" charset="0"/>
              <a:cs typeface="Helvetica" panose="020B0604020202020204" pitchFamily="34" charset="0"/>
            </a:endParaRPr>
          </a:p>
        </p:txBody>
      </p:sp>
      <p:pic>
        <p:nvPicPr>
          <p:cNvPr id="13" name="Picture 12">
            <a:extLst>
              <a:ext uri="{FF2B5EF4-FFF2-40B4-BE49-F238E27FC236}">
                <a16:creationId xmlns:a16="http://schemas.microsoft.com/office/drawing/2014/main" id="{59F5C3E5-FDB4-4E70-A9FD-4B292BDAFFCA}"/>
              </a:ext>
            </a:extLst>
          </p:cNvPr>
          <p:cNvPicPr>
            <a:picLocks noChangeAspect="1"/>
          </p:cNvPicPr>
          <p:nvPr/>
        </p:nvPicPr>
        <p:blipFill>
          <a:blip r:embed="rId4"/>
          <a:stretch>
            <a:fillRect/>
          </a:stretch>
        </p:blipFill>
        <p:spPr>
          <a:xfrm>
            <a:off x="731338" y="3486151"/>
            <a:ext cx="5153025" cy="1562100"/>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4F02624-E7C6-4846-8180-194D6B529B06}"/>
                  </a:ext>
                </a:extLst>
              </p:cNvPr>
              <p:cNvSpPr txBox="1"/>
              <p:nvPr/>
            </p:nvSpPr>
            <p:spPr>
              <a:xfrm>
                <a:off x="731338" y="5267326"/>
                <a:ext cx="10384337" cy="652551"/>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Kết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quả</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cho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thấy</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thống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kê</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định</a:t>
                </a:r>
                <a:r>
                  <a:rPr lang="en-US" dirty="0">
                    <a:latin typeface="Helvetica" panose="020B0604020202020204" pitchFamily="34" charset="0"/>
                    <a:cs typeface="Helvetica" panose="020B0604020202020204" pitchFamily="34" charset="0"/>
                  </a:rPr>
                  <a:t> </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l-GR" b="1" i="1">
                            <a:solidFill>
                              <a:schemeClr val="tx1"/>
                            </a:solidFill>
                            <a:latin typeface="Cambria Math" panose="02040503050406030204" pitchFamily="18" charset="0"/>
                          </a:rPr>
                          <m:t>𝝌</m:t>
                        </m:r>
                      </m:e>
                      <m:sup>
                        <m:r>
                          <a:rPr lang="en-US" b="1" i="1">
                            <a:solidFill>
                              <a:schemeClr val="tx1"/>
                            </a:solidFill>
                            <a:latin typeface="Cambria Math" panose="02040503050406030204" pitchFamily="18" charset="0"/>
                          </a:rPr>
                          <m:t>𝟐</m:t>
                        </m:r>
                      </m:sup>
                    </m:sSup>
                  </m:oMath>
                </a14:m>
                <a:r>
                  <a:rPr lang="en-US" dirty="0">
                    <a:solidFill>
                      <a:schemeClr val="tx1"/>
                    </a:solidFill>
                    <a:latin typeface="Helvetica" panose="020B0604020202020204" pitchFamily="34" charset="0"/>
                    <a:cs typeface="Helvetica" panose="020B0604020202020204" pitchFamily="34" charset="0"/>
                  </a:rPr>
                  <a:t> </a:t>
                </a:r>
                <a:r>
                  <a:rPr lang="en-US" dirty="0">
                    <a:latin typeface="Helvetica" panose="020B0604020202020204" pitchFamily="34" charset="0"/>
                    <a:cs typeface="Helvetica" panose="020B0604020202020204" pitchFamily="34" charset="0"/>
                  </a:rPr>
                  <a:t>(X-squared) </a:t>
                </a:r>
                <a:r>
                  <a:rPr lang="en-US" dirty="0" err="1">
                    <a:latin typeface="Helvetica" panose="020B0604020202020204" pitchFamily="34" charset="0"/>
                    <a:cs typeface="Helvetica" panose="020B0604020202020204" pitchFamily="34" charset="0"/>
                  </a:rPr>
                  <a:t>là</a:t>
                </a:r>
                <a:r>
                  <a:rPr lang="en-US" dirty="0">
                    <a:latin typeface="Helvetica" panose="020B0604020202020204" pitchFamily="34" charset="0"/>
                    <a:cs typeface="Helvetica" panose="020B0604020202020204" pitchFamily="34" charset="0"/>
                  </a:rPr>
                  <a:t> 27.886, </a:t>
                </a:r>
                <a:r>
                  <a:rPr lang="en-US" dirty="0" err="1">
                    <a:latin typeface="Helvetica" panose="020B0604020202020204" pitchFamily="34" charset="0"/>
                    <a:cs typeface="Helvetica" panose="020B0604020202020204" pitchFamily="34" charset="0"/>
                  </a:rPr>
                  <a:t>bậc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tự</a:t>
                </a:r>
                <a:r>
                  <a:rPr lang="en-US" dirty="0">
                    <a:latin typeface="Helvetica" panose="020B0604020202020204" pitchFamily="34" charset="0"/>
                    <a:cs typeface="Helvetica" panose="020B0604020202020204" pitchFamily="34" charset="0"/>
                  </a:rPr>
                  <a:t> do </a:t>
                </a:r>
                <a:r>
                  <a:rPr lang="en-US" dirty="0" err="1">
                    <a:latin typeface="Helvetica" panose="020B0604020202020204" pitchFamily="34" charset="0"/>
                    <a:cs typeface="Helvetica" panose="020B0604020202020204" pitchFamily="34" charset="0"/>
                  </a:rPr>
                  <a:t>là</a:t>
                </a:r>
                <a:r>
                  <a:rPr lang="en-US" dirty="0">
                    <a:latin typeface="Helvetica" panose="020B0604020202020204" pitchFamily="34" charset="0"/>
                    <a:cs typeface="Helvetica" panose="020B0604020202020204" pitchFamily="34" charset="0"/>
                  </a:rPr>
                  <a:t> 2 ( = 3 – 1), p-value &lt; 0.05 </a:t>
                </a:r>
                <a:r>
                  <a:rPr lang="en-US" dirty="0" err="1">
                    <a:latin typeface="Helvetica" panose="020B0604020202020204" pitchFamily="34" charset="0"/>
                    <a:cs typeface="Helvetica" panose="020B0604020202020204" pitchFamily="34" charset="0"/>
                  </a:rPr>
                  <a:t>cho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thấy</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màu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sắc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hoa</a:t>
                </a:r>
                <a:r>
                  <a:rPr lang="en-US" dirty="0">
                    <a:latin typeface="Helvetica" panose="020B0604020202020204" pitchFamily="34" charset="0"/>
                    <a:cs typeface="Helvetica" panose="020B0604020202020204" pitchFamily="34" charset="0"/>
                  </a:rPr>
                  <a:t> Tulip </a:t>
                </a:r>
                <a:r>
                  <a:rPr lang="en-US" dirty="0" err="1">
                    <a:latin typeface="Helvetica" panose="020B0604020202020204" pitchFamily="34" charset="0"/>
                    <a:cs typeface="Helvetica" panose="020B0604020202020204" pitchFamily="34" charset="0"/>
                  </a:rPr>
                  <a:t>không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phổ</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biến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như</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nhau</a:t>
                </a:r>
                <a:r>
                  <a:rPr lang="en-US" dirty="0">
                    <a:latin typeface="Helvetica" panose="020B0604020202020204" pitchFamily="34" charset="0"/>
                    <a:cs typeface="Helvetica" panose="020B0604020202020204" pitchFamily="34" charset="0"/>
                  </a:rPr>
                  <a:t>.</a:t>
                </a:r>
              </a:p>
            </p:txBody>
          </p:sp>
        </mc:Choice>
        <mc:Fallback xmlns="">
          <p:sp>
            <p:nvSpPr>
              <p:cNvPr id="16" name="TextBox 15">
                <a:extLst>
                  <a:ext uri="{FF2B5EF4-FFF2-40B4-BE49-F238E27FC236}">
                    <a16:creationId xmlns:a16="http://schemas.microsoft.com/office/drawing/2014/main" id="{64F02624-E7C6-4846-8180-194D6B529B06}"/>
                  </a:ext>
                </a:extLst>
              </p:cNvPr>
              <p:cNvSpPr txBox="1">
                <a:spLocks noRot="1" noChangeAspect="1" noMove="1" noResize="1" noEditPoints="1" noAdjustHandles="1" noChangeArrowheads="1" noChangeShapeType="1" noTextEdit="1"/>
              </p:cNvSpPr>
              <p:nvPr/>
            </p:nvSpPr>
            <p:spPr>
              <a:xfrm>
                <a:off x="731338" y="5267326"/>
                <a:ext cx="10384337" cy="652551"/>
              </a:xfrm>
              <a:prstGeom prst="rect">
                <a:avLst/>
              </a:prstGeom>
              <a:blipFill>
                <a:blip r:embed="rId5"/>
                <a:stretch>
                  <a:fillRect l="-528" t="-2804" r="-470" b="-14019"/>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916F093D-27DE-4DE5-B4C4-F1FE56D122E9}"/>
              </a:ext>
            </a:extLst>
          </p:cNvPr>
          <p:cNvSpPr txBox="1"/>
          <p:nvPr/>
        </p:nvSpPr>
        <p:spPr>
          <a:xfrm>
            <a:off x="562978" y="1273150"/>
            <a:ext cx="11258546" cy="646331"/>
          </a:xfrm>
          <a:prstGeom prst="rect">
            <a:avLst/>
          </a:prstGeom>
          <a:noFill/>
        </p:spPr>
        <p:txBody>
          <a:bodyPr wrap="square" rtlCol="0">
            <a:spAutoFit/>
          </a:bodyPr>
          <a:lstStyle/>
          <a:p>
            <a:pPr algn="just"/>
            <a:r>
              <a:rPr lang="en-US" dirty="0">
                <a:latin typeface="Helvetica" panose="020B0604020202020204" pitchFamily="34" charset="0"/>
                <a:cs typeface="Helvetica" panose="020B0604020202020204" pitchFamily="34" charset="0"/>
              </a:rPr>
              <a:t>Ta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1 </a:t>
            </a:r>
            <a:r>
              <a:rPr lang="en-US" dirty="0" err="1">
                <a:latin typeface="Helvetica" panose="020B0604020202020204" pitchFamily="34" charset="0"/>
                <a:cs typeface="Helvetica" panose="020B0604020202020204" pitchFamily="34" charset="0"/>
              </a:rPr>
              <a:t>bộ</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dữ</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1 </a:t>
            </a:r>
            <a:r>
              <a:rPr lang="en-US" dirty="0" err="1">
                <a:latin typeface="Helvetica" panose="020B0604020202020204" pitchFamily="34" charset="0"/>
                <a:cs typeface="Helvetica" panose="020B0604020202020204" pitchFamily="34" charset="0"/>
              </a:rPr>
              <a:t>vườn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hoa</a:t>
            </a:r>
            <a:r>
              <a:rPr lang="en-US" dirty="0">
                <a:latin typeface="Helvetica" panose="020B0604020202020204" pitchFamily="34" charset="0"/>
                <a:cs typeface="Helvetica" panose="020B0604020202020204" pitchFamily="34" charset="0"/>
              </a:rPr>
              <a:t> Tulip </a:t>
            </a:r>
            <a:r>
              <a:rPr lang="en-US" dirty="0" err="1">
                <a:latin typeface="Helvetica" panose="020B0604020202020204" pitchFamily="34" charset="0"/>
                <a:cs typeface="Helvetica" panose="020B0604020202020204" pitchFamily="34" charset="0"/>
              </a:rPr>
              <a:t>gồm</a:t>
            </a:r>
            <a:r>
              <a:rPr lang="en-US" dirty="0">
                <a:latin typeface="Helvetica" panose="020B0604020202020204" pitchFamily="34" charset="0"/>
                <a:cs typeface="Helvetica" panose="020B0604020202020204" pitchFamily="34" charset="0"/>
              </a:rPr>
              <a:t> 81 </a:t>
            </a:r>
            <a:r>
              <a:rPr lang="en-US" dirty="0" err="1">
                <a:latin typeface="Helvetica" panose="020B0604020202020204" pitchFamily="34" charset="0"/>
                <a:cs typeface="Helvetica" panose="020B0604020202020204" pitchFamily="34" charset="0"/>
              </a:rPr>
              <a:t>hoa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đỏ</a:t>
            </a:r>
            <a:r>
              <a:rPr lang="en-US" dirty="0">
                <a:latin typeface="Helvetica" panose="020B0604020202020204" pitchFamily="34" charset="0"/>
                <a:cs typeface="Helvetica" panose="020B0604020202020204" pitchFamily="34" charset="0"/>
              </a:rPr>
              <a:t>, 50 </a:t>
            </a:r>
            <a:r>
              <a:rPr lang="en-US" dirty="0" err="1">
                <a:latin typeface="Helvetica" panose="020B0604020202020204" pitchFamily="34" charset="0"/>
                <a:cs typeface="Helvetica" panose="020B0604020202020204" pitchFamily="34" charset="0"/>
              </a:rPr>
              <a:t>hoa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vàng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và</a:t>
            </a:r>
            <a:r>
              <a:rPr lang="en-US" dirty="0">
                <a:latin typeface="Helvetica" panose="020B0604020202020204" pitchFamily="34" charset="0"/>
                <a:cs typeface="Helvetica" panose="020B0604020202020204" pitchFamily="34" charset="0"/>
              </a:rPr>
              <a:t> 27 </a:t>
            </a:r>
            <a:r>
              <a:rPr lang="en-US" dirty="0" err="1">
                <a:latin typeface="Helvetica" panose="020B0604020202020204" pitchFamily="34" charset="0"/>
                <a:cs typeface="Helvetica" panose="020B0604020202020204" pitchFamily="34" charset="0"/>
              </a:rPr>
              <a:t>hoa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trắng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Tỷ</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trọng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dự</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kiến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là</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đỏ:vàng:trắng</a:t>
            </a:r>
            <a:r>
              <a:rPr lang="en-US" dirty="0">
                <a:latin typeface="Helvetica" panose="020B0604020202020204" pitchFamily="34" charset="0"/>
                <a:cs typeface="Helvetica" panose="020B0604020202020204" pitchFamily="34" charset="0"/>
              </a:rPr>
              <a:t> = 3:2:1 =&gt; </a:t>
            </a:r>
            <a:r>
              <a:rPr lang="en-US" dirty="0" err="1">
                <a:latin typeface="Helvetica" panose="020B0604020202020204" pitchFamily="34" charset="0"/>
                <a:cs typeface="Helvetica" panose="020B0604020202020204" pitchFamily="34" charset="0"/>
              </a:rPr>
              <a:t>Dữ</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thực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tế</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khác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tỷ</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lệ</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mong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đợi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không</a:t>
            </a:r>
            <a:r>
              <a:rPr lang="en-US" dirty="0">
                <a:latin typeface="Helvetica" panose="020B0604020202020204" pitchFamily="34" charset="0"/>
                <a:cs typeface="Helvetica" panose="020B0604020202020204" pitchFamily="34" charset="0"/>
              </a:rPr>
              <a:t>.</a:t>
            </a:r>
          </a:p>
        </p:txBody>
      </p:sp>
      <p:pic>
        <p:nvPicPr>
          <p:cNvPr id="3" name="Picture 2">
            <a:extLst>
              <a:ext uri="{FF2B5EF4-FFF2-40B4-BE49-F238E27FC236}">
                <a16:creationId xmlns:a16="http://schemas.microsoft.com/office/drawing/2014/main" id="{2BFF7E0B-92E8-4CF2-A03E-AB4766477116}"/>
              </a:ext>
            </a:extLst>
          </p:cNvPr>
          <p:cNvPicPr>
            <a:picLocks noChangeAspect="1"/>
          </p:cNvPicPr>
          <p:nvPr/>
        </p:nvPicPr>
        <p:blipFill>
          <a:blip r:embed="rId6"/>
          <a:stretch>
            <a:fillRect/>
          </a:stretch>
        </p:blipFill>
        <p:spPr>
          <a:xfrm>
            <a:off x="731338" y="2026778"/>
            <a:ext cx="10191750" cy="1240297"/>
          </a:xfrm>
          <a:prstGeom prst="rect">
            <a:avLst/>
          </a:prstGeom>
        </p:spPr>
      </p:pic>
    </p:spTree>
    <p:extLst>
      <p:ext uri="{BB962C8B-B14F-4D97-AF65-F5344CB8AC3E}">
        <p14:creationId xmlns:p14="http://schemas.microsoft.com/office/powerpoint/2010/main" val="3975208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r>
              <a:rPr lang="en-US" b="1" dirty="0" err="1">
                <a:solidFill>
                  <a:schemeClr val="bg1"/>
                </a:solidFill>
              </a:rPr>
              <a:t>Kiểm</a:t>
            </a:r>
            <a:r>
              <a:rPr lang="en-US" b="1" dirty="0">
                <a:solidFill>
                  <a:schemeClr val="bg1"/>
                </a:solidFill>
              </a:rPr>
              <a:t> </a:t>
            </a:r>
            <a:r>
              <a:rPr lang="en-US" b="1" dirty="0" err="1">
                <a:solidFill>
                  <a:schemeClr val="bg1"/>
                </a:solidFill>
              </a:rPr>
              <a:t>định</a:t>
            </a:r>
            <a:r>
              <a:rPr lang="en-US" b="1" dirty="0">
                <a:solidFill>
                  <a:schemeClr val="bg1"/>
                </a:solidFill>
              </a:rPr>
              <a:t> Kolmogorov-Smirnov</a:t>
            </a: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latin typeface="Helvetica" panose="020B0604020202020204" pitchFamily="34" charset="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latin typeface="Helvetica" panose="020B0604020202020204" pitchFamily="34" charset="0"/>
                <a:cs typeface="Helvetica" panose="020B0604020202020204" pitchFamily="34" charset="0"/>
              </a:rPr>
              <a:pPr/>
              <a:t>21</a:t>
            </a:fld>
            <a:endParaRPr lang="en-US" dirty="0">
              <a:latin typeface="Helvetica" panose="020B0604020202020204" pitchFamily="34" charset="0"/>
              <a:cs typeface="Helvetica" panose="020B060402020202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F598355-61D6-4AD1-A281-9DFEB57AC6A3}"/>
                  </a:ext>
                </a:extLst>
              </p:cNvPr>
              <p:cNvSpPr txBox="1"/>
              <p:nvPr/>
            </p:nvSpPr>
            <p:spPr>
              <a:xfrm>
                <a:off x="457200" y="1184830"/>
                <a:ext cx="11258546" cy="2624180"/>
              </a:xfrm>
              <a:prstGeom prst="rect">
                <a:avLst/>
              </a:prstGeom>
              <a:noFill/>
            </p:spPr>
            <p:txBody>
              <a:bodyPr wrap="square" rtlCol="0">
                <a:spAutoFit/>
              </a:bodyPr>
              <a:lstStyle/>
              <a:p>
                <a:pPr algn="just"/>
                <a:r>
                  <a:rPr lang="en-US" dirty="0">
                    <a:latin typeface="Helvetica" panose="020B0604020202020204" pitchFamily="34" charset="0"/>
                    <a:cs typeface="Helvetica" panose="020B0604020202020204" pitchFamily="34" charset="0"/>
                  </a:rPr>
                  <a:t>Kiểm </a:t>
                </a:r>
                <a:r>
                  <a:rPr lang="en-US" dirty="0" err="1">
                    <a:latin typeface="Helvetica" panose="020B0604020202020204" pitchFamily="34" charset="0"/>
                    <a:cs typeface="Helvetica" panose="020B0604020202020204" pitchFamily="34" charset="0"/>
                  </a:rPr>
                  <a:t>định</a:t>
                </a:r>
                <a:r>
                  <a:rPr lang="en-US" dirty="0">
                    <a:latin typeface="Helvetica" panose="020B0604020202020204" pitchFamily="34" charset="0"/>
                    <a:cs typeface="Helvetica" panose="020B0604020202020204" pitchFamily="34" charset="0"/>
                  </a:rPr>
                  <a:t> </a:t>
                </a:r>
                <a:r>
                  <a:rPr lang="en-US" b="0" i="0" dirty="0">
                    <a:solidFill>
                      <a:srgbClr val="333333"/>
                    </a:solidFill>
                    <a:effectLst/>
                    <a:latin typeface="Helvetica" panose="020B0604020202020204" pitchFamily="34" charset="0"/>
                    <a:cs typeface="Helvetica" panose="020B0604020202020204" pitchFamily="34" charset="0"/>
                  </a:rPr>
                  <a:t>Kolmogorov-Smirnov </a:t>
                </a:r>
                <a:r>
                  <a:rPr lang="en-US" b="0" i="0" dirty="0" err="1">
                    <a:solidFill>
                      <a:srgbClr val="333333"/>
                    </a:solidFill>
                    <a:effectLst/>
                    <a:latin typeface="Helvetica" panose="020B0604020202020204" pitchFamily="34" charset="0"/>
                    <a:cs typeface="Helvetica" panose="020B0604020202020204" pitchFamily="34" charset="0"/>
                  </a:rPr>
                  <a:t>dùng</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để</a:t>
                </a:r>
                <a:r>
                  <a:rPr lang="en-US" b="0" i="0" dirty="0">
                    <a:solidFill>
                      <a:srgbClr val="333333"/>
                    </a:solidFill>
                    <a:effectLst/>
                    <a:latin typeface="Helvetica" panose="020B0604020202020204" pitchFamily="34" charset="0"/>
                    <a:cs typeface="Helvetica" panose="020B0604020202020204" pitchFamily="34" charset="0"/>
                  </a:rPr>
                  <a:t> so </a:t>
                </a:r>
                <a:r>
                  <a:rPr lang="en-US" b="0" i="0" dirty="0" err="1">
                    <a:solidFill>
                      <a:srgbClr val="333333"/>
                    </a:solidFill>
                    <a:effectLst/>
                    <a:latin typeface="Helvetica" panose="020B0604020202020204" pitchFamily="34" charset="0"/>
                    <a:cs typeface="Helvetica" panose="020B0604020202020204" pitchFamily="34" charset="0"/>
                  </a:rPr>
                  <a:t>sánh</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phân</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phối</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giả</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định</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với</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phân</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phối</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được</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tạo</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bởi</a:t>
                </a:r>
                <a:r>
                  <a:rPr lang="en-US" b="0" i="0" dirty="0">
                    <a:solidFill>
                      <a:srgbClr val="333333"/>
                    </a:solidFill>
                    <a:effectLst/>
                    <a:latin typeface="Helvetica" panose="020B0604020202020204" pitchFamily="34" charset="0"/>
                    <a:cs typeface="Helvetica" panose="020B0604020202020204" pitchFamily="34" charset="0"/>
                  </a:rPr>
                  <a:t> data </a:t>
                </a:r>
                <a:r>
                  <a:rPr lang="en-US" b="0" i="0" dirty="0" err="1">
                    <a:solidFill>
                      <a:srgbClr val="333333"/>
                    </a:solidFill>
                    <a:effectLst/>
                    <a:latin typeface="Helvetica" panose="020B0604020202020204" pitchFamily="34" charset="0"/>
                    <a:cs typeface="Helvetica" panose="020B0604020202020204" pitchFamily="34" charset="0"/>
                  </a:rPr>
                  <a:t>của</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chúng</a:t>
                </a:r>
                <a:r>
                  <a:rPr lang="en-US" b="0" i="0" dirty="0">
                    <a:solidFill>
                      <a:srgbClr val="333333"/>
                    </a:solidFill>
                    <a:effectLst/>
                    <a:latin typeface="Helvetica" panose="020B0604020202020204" pitchFamily="34" charset="0"/>
                    <a:cs typeface="Helvetica" panose="020B0604020202020204" pitchFamily="34" charset="0"/>
                  </a:rPr>
                  <a:t> ta</a:t>
                </a:r>
                <a:endParaRPr lang="en-US" dirty="0">
                  <a:latin typeface="Helvetica" panose="020B0604020202020204" pitchFamily="34" charset="0"/>
                  <a:cs typeface="Helvetica" panose="020B0604020202020204" pitchFamily="34" charset="0"/>
                </a:endParaRPr>
              </a:p>
              <a:p>
                <a:pPr algn="just"/>
                <a:endParaRPr lang="en-US" dirty="0">
                  <a:latin typeface="Helvetica" panose="020B0604020202020204" pitchFamily="34" charset="0"/>
                  <a:cs typeface="Helvetica" panose="020B0604020202020204" pitchFamily="34" charset="0"/>
                </a:endParaRPr>
              </a:p>
              <a:p>
                <a:pPr algn="just"/>
                <a:r>
                  <a:rPr lang="en-US" dirty="0" err="1">
                    <a:latin typeface="Helvetica" panose="020B0604020202020204" pitchFamily="34" charset="0"/>
                    <a:cs typeface="Helvetica" panose="020B0604020202020204" pitchFamily="34" charset="0"/>
                  </a:rPr>
                  <a:t>Thống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kê</a:t>
                </a:r>
                <a:r>
                  <a:rPr lang="en-US" dirty="0">
                    <a:latin typeface="Helvetica" panose="020B0604020202020204" pitchFamily="34" charset="0"/>
                    <a:cs typeface="Helvetica" panose="020B0604020202020204" pitchFamily="34" charset="0"/>
                  </a:rPr>
                  <a:t> </a:t>
                </a:r>
                <a:r>
                  <a:rPr lang="en-US" b="0" i="0" dirty="0">
                    <a:solidFill>
                      <a:srgbClr val="333333"/>
                    </a:solidFill>
                    <a:effectLst/>
                    <a:latin typeface="Helvetica" panose="020B0604020202020204" pitchFamily="34" charset="0"/>
                    <a:cs typeface="Helvetica" panose="020B0604020202020204" pitchFamily="34" charset="0"/>
                  </a:rPr>
                  <a:t>Kolmogorov-Smirnov:</a:t>
                </a:r>
                <a:endParaRPr lang="en-US"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m:rPr>
                              <m:sty m:val="p"/>
                            </m:rPr>
                            <a:rPr lang="en-US" sz="2000" b="0" i="0" smtClean="0">
                              <a:latin typeface="Cambria Math" panose="02040503050406030204" pitchFamily="18" charset="0"/>
                            </a:rPr>
                            <m:t>D</m:t>
                          </m:r>
                        </m:e>
                        <m:sub>
                          <m:r>
                            <m:rPr>
                              <m:sty m:val="p"/>
                            </m:rPr>
                            <a:rPr lang="en-US" sz="2000" b="0" i="0" smtClean="0">
                              <a:latin typeface="Cambria Math" panose="02040503050406030204" pitchFamily="18" charset="0"/>
                            </a:rPr>
                            <m:t>n</m:t>
                          </m:r>
                        </m:sub>
                      </m:sSub>
                      <m:r>
                        <a:rPr lang="en-US" sz="2000" b="0" i="0" smtClean="0">
                          <a:latin typeface="Cambria Math" panose="02040503050406030204" pitchFamily="18" charset="0"/>
                        </a:rPr>
                        <m:t>=</m:t>
                      </m:r>
                      <m:sSub>
                        <m:sSubPr>
                          <m:ctrlPr>
                            <a:rPr lang="en-US" sz="2000" i="1" smtClean="0">
                              <a:latin typeface="Cambria Math" panose="02040503050406030204" pitchFamily="18" charset="0"/>
                            </a:rPr>
                          </m:ctrlPr>
                        </m:sSubPr>
                        <m:e>
                          <m:r>
                            <m:rPr>
                              <m:sty m:val="p"/>
                            </m:rPr>
                            <a:rPr lang="en-US" sz="2000" b="0" i="0" smtClean="0">
                              <a:latin typeface="Cambria Math" panose="02040503050406030204" pitchFamily="18" charset="0"/>
                            </a:rPr>
                            <m:t>sup</m:t>
                          </m:r>
                        </m:e>
                        <m:sub>
                          <m:r>
                            <m:rPr>
                              <m:sty m:val="p"/>
                            </m:rPr>
                            <a:rPr lang="en-US" sz="2000" b="0" i="0" smtClean="0">
                              <a:latin typeface="Cambria Math" panose="02040503050406030204" pitchFamily="18" charset="0"/>
                            </a:rPr>
                            <m:t>x</m:t>
                          </m:r>
                        </m:sub>
                      </m:sSub>
                      <m:r>
                        <a:rPr lang="en-US" sz="2000" b="0" i="0" smtClean="0">
                          <a:latin typeface="Cambria Math" panose="02040503050406030204" pitchFamily="18" charset="0"/>
                        </a:rPr>
                        <m:t>|</m:t>
                      </m:r>
                      <m:acc>
                        <m:accPr>
                          <m:chr m:val="̂"/>
                          <m:ctrlPr>
                            <a:rPr lang="en-US" sz="2000" i="1" smtClean="0">
                              <a:latin typeface="Cambria Math" panose="02040503050406030204" pitchFamily="18" charset="0"/>
                            </a:rPr>
                          </m:ctrlPr>
                        </m:accPr>
                        <m:e>
                          <m:sSub>
                            <m:sSubPr>
                              <m:ctrlPr>
                                <a:rPr lang="en-US" sz="2000" i="1" smtClean="0">
                                  <a:latin typeface="Cambria Math" panose="02040503050406030204" pitchFamily="18" charset="0"/>
                                </a:rPr>
                              </m:ctrlPr>
                            </m:sSubPr>
                            <m:e>
                              <m:r>
                                <m:rPr>
                                  <m:sty m:val="p"/>
                                </m:rPr>
                                <a:rPr lang="en-US" sz="2000" b="0" i="0" smtClean="0">
                                  <a:latin typeface="Cambria Math" panose="02040503050406030204" pitchFamily="18" charset="0"/>
                                </a:rPr>
                                <m:t>F</m:t>
                              </m:r>
                            </m:e>
                            <m:sub>
                              <m:r>
                                <m:rPr>
                                  <m:sty m:val="p"/>
                                </m:rPr>
                                <a:rPr lang="en-US" sz="2000" b="0" i="0" smtClean="0">
                                  <a:latin typeface="Cambria Math" panose="02040503050406030204" pitchFamily="18" charset="0"/>
                                </a:rPr>
                                <m:t>n</m:t>
                              </m:r>
                            </m:sub>
                          </m:sSub>
                        </m:e>
                      </m:acc>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x</m:t>
                      </m:r>
                      <m:r>
                        <m:rPr>
                          <m:nor/>
                        </m:rPr>
                        <a:rPr lang="en-US" sz="2000" dirty="0" smtClean="0">
                          <a:latin typeface="Helvetica" panose="020B0604020202020204" pitchFamily="34" charset="0"/>
                          <a:cs typeface="Helvetica" panose="020B0604020202020204" pitchFamily="34" charset="0"/>
                        </a:rPr>
                        <m:t>) − </m:t>
                      </m:r>
                      <m:r>
                        <m:rPr>
                          <m:nor/>
                        </m:rPr>
                        <a:rPr lang="en-US" sz="2000" dirty="0" smtClean="0">
                          <a:latin typeface="Helvetica" panose="020B0604020202020204" pitchFamily="34" charset="0"/>
                          <a:cs typeface="Helvetica" panose="020B0604020202020204" pitchFamily="34" charset="0"/>
                        </a:rPr>
                        <m:t>F</m:t>
                      </m:r>
                      <m:r>
                        <m:rPr>
                          <m:nor/>
                        </m:rPr>
                        <a:rPr lang="en-US" sz="2000" baseline="-25000" dirty="0" smtClean="0">
                          <a:latin typeface="Helvetica" panose="020B0604020202020204" pitchFamily="34" charset="0"/>
                          <a:cs typeface="Helvetica" panose="020B0604020202020204" pitchFamily="34" charset="0"/>
                        </a:rPr>
                        <m:t>0</m:t>
                      </m:r>
                      <m:r>
                        <m:rPr>
                          <m:nor/>
                        </m:rPr>
                        <a:rPr lang="en-US" sz="2000" dirty="0" smtClean="0">
                          <a:latin typeface="Helvetica" panose="020B0604020202020204" pitchFamily="34" charset="0"/>
                          <a:cs typeface="Helvetica" panose="020B0604020202020204" pitchFamily="34" charset="0"/>
                        </a:rPr>
                        <m:t>(</m:t>
                      </m:r>
                      <m:r>
                        <m:rPr>
                          <m:nor/>
                        </m:rPr>
                        <a:rPr lang="en-US" sz="2000" dirty="0" smtClean="0">
                          <a:latin typeface="Helvetica" panose="020B0604020202020204" pitchFamily="34" charset="0"/>
                          <a:cs typeface="Helvetica" panose="020B0604020202020204" pitchFamily="34" charset="0"/>
                        </a:rPr>
                        <m:t>x</m:t>
                      </m:r>
                      <m:r>
                        <m:rPr>
                          <m:nor/>
                        </m:rPr>
                        <a:rPr lang="en-US" sz="2000" dirty="0" smtClean="0">
                          <a:latin typeface="Helvetica" panose="020B0604020202020204" pitchFamily="34" charset="0"/>
                          <a:cs typeface="Helvetica" panose="020B0604020202020204" pitchFamily="34" charset="0"/>
                        </a:rPr>
                        <m:t>)|</m:t>
                      </m:r>
                    </m:oMath>
                  </m:oMathPara>
                </a14:m>
                <a:endParaRPr lang="en-US" sz="2000" dirty="0">
                  <a:latin typeface="Helvetica" panose="020B0604020202020204" pitchFamily="34" charset="0"/>
                  <a:cs typeface="Helvetica" panose="020B0604020202020204" pitchFamily="34" charset="0"/>
                </a:endParaRPr>
              </a:p>
              <a:p>
                <a:pPr algn="ctr"/>
                <a:endParaRPr lang="en-US" dirty="0">
                  <a:latin typeface="Helvetica" panose="020B0604020202020204" pitchFamily="34" charset="0"/>
                  <a:cs typeface="Helvetica" panose="020B0604020202020204" pitchFamily="34" charset="0"/>
                </a:endParaRPr>
              </a:p>
              <a:p>
                <a:pPr algn="just"/>
                <a:r>
                  <a:rPr lang="en-US" dirty="0" err="1">
                    <a:latin typeface="Helvetica" panose="020B0604020202020204" pitchFamily="34" charset="0"/>
                    <a:cs typeface="Helvetica" panose="020B0604020202020204" pitchFamily="34" charset="0"/>
                  </a:rPr>
                  <a:t>Trong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đó</a:t>
                </a:r>
                <a:r>
                  <a:rPr lang="en-US" dirty="0">
                    <a:latin typeface="Helvetica" panose="020B0604020202020204" pitchFamily="34" charset="0"/>
                    <a:cs typeface="Helvetica" panose="020B0604020202020204" pitchFamily="34" charset="0"/>
                  </a:rPr>
                  <a:t>: </a:t>
                </a:r>
              </a:p>
              <a:p>
                <a:pPr marL="285750" indent="-285750" algn="just">
                  <a:buFont typeface="Arial" panose="020B0604020202020204" pitchFamily="34" charset="0"/>
                  <a:buChar char="•"/>
                </a:pPr>
                <a14:m>
                  <m:oMath xmlns:m="http://schemas.openxmlformats.org/officeDocument/2006/math">
                    <m:r>
                      <m:rPr>
                        <m:nor/>
                      </m:rPr>
                      <a:rPr lang="en-US" dirty="0">
                        <a:latin typeface="Helvetica" panose="020B0604020202020204" pitchFamily="34" charset="0"/>
                        <a:cs typeface="Helvetica" panose="020B0604020202020204" pitchFamily="34" charset="0"/>
                      </a:rPr>
                      <m:t>F</m:t>
                    </m:r>
                    <m:r>
                      <m:rPr>
                        <m:nor/>
                      </m:rPr>
                      <a:rPr lang="en-US" baseline="-25000" dirty="0">
                        <a:latin typeface="Helvetica" panose="020B0604020202020204" pitchFamily="34" charset="0"/>
                        <a:cs typeface="Helvetica" panose="020B0604020202020204" pitchFamily="34" charset="0"/>
                      </a:rPr>
                      <m:t>0</m:t>
                    </m:r>
                    <m:r>
                      <m:rPr>
                        <m:nor/>
                      </m:rPr>
                      <a:rPr lang="en-US" dirty="0">
                        <a:latin typeface="Helvetica" panose="020B0604020202020204" pitchFamily="34" charset="0"/>
                        <a:cs typeface="Helvetica" panose="020B0604020202020204" pitchFamily="34" charset="0"/>
                      </a:rPr>
                      <m:t>(</m:t>
                    </m:r>
                    <m:r>
                      <m:rPr>
                        <m:nor/>
                      </m:rPr>
                      <a:rPr lang="en-US" dirty="0">
                        <a:latin typeface="Helvetica" panose="020B0604020202020204" pitchFamily="34" charset="0"/>
                        <a:cs typeface="Helvetica" panose="020B0604020202020204" pitchFamily="34" charset="0"/>
                      </a:rPr>
                      <m:t>x</m:t>
                    </m:r>
                    <m:r>
                      <m:rPr>
                        <m:nor/>
                      </m:rPr>
                      <a:rPr lang="en-US" dirty="0">
                        <a:latin typeface="Helvetica" panose="020B0604020202020204" pitchFamily="34" charset="0"/>
                        <a:cs typeface="Helvetica" panose="020B0604020202020204" pitchFamily="34" charset="0"/>
                      </a:rPr>
                      <m:t>)</m:t>
                    </m:r>
                  </m:oMath>
                </a14:m>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là</a:t>
                </a:r>
                <a:r>
                  <a:rPr lang="en-US" dirty="0">
                    <a:latin typeface="Helvetica" panose="020B0604020202020204" pitchFamily="34" charset="0"/>
                    <a:cs typeface="Helvetica" panose="020B0604020202020204" pitchFamily="34" charset="0"/>
                  </a:rPr>
                  <a:t> CDF (</a:t>
                </a:r>
                <a:r>
                  <a:rPr lang="en-US" dirty="0" err="1">
                    <a:latin typeface="Helvetica" panose="020B0604020202020204" pitchFamily="34" charset="0"/>
                    <a:cs typeface="Helvetica" panose="020B0604020202020204" pitchFamily="34" charset="0"/>
                  </a:rPr>
                  <a:t>hàm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phân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phối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tích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lũy</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phân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phối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giả</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thuyết</a:t>
                </a:r>
                <a:endParaRPr lang="en-US" dirty="0">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14:m>
                  <m:oMath xmlns:m="http://schemas.openxmlformats.org/officeDocument/2006/math">
                    <m:acc>
                      <m:accPr>
                        <m:chr m:val="̂"/>
                        <m:ctrlPr>
                          <a:rPr lang="en-US" sz="1800" i="1" smtClean="0">
                            <a:latin typeface="Cambria Math" panose="02040503050406030204" pitchFamily="18" charset="0"/>
                          </a:rPr>
                        </m:ctrlPr>
                      </m:accPr>
                      <m:e>
                        <m:sSub>
                          <m:sSubPr>
                            <m:ctrlPr>
                              <a:rPr lang="en-US" sz="1800" i="1" smtClean="0">
                                <a:latin typeface="Cambria Math" panose="02040503050406030204" pitchFamily="18" charset="0"/>
                              </a:rPr>
                            </m:ctrlPr>
                          </m:sSubPr>
                          <m:e>
                            <m:r>
                              <m:rPr>
                                <m:sty m:val="p"/>
                              </m:rPr>
                              <a:rPr lang="en-US" sz="1800" b="0" i="0" smtClean="0">
                                <a:latin typeface="Cambria Math" panose="02040503050406030204" pitchFamily="18" charset="0"/>
                              </a:rPr>
                              <m:t>F</m:t>
                            </m:r>
                          </m:e>
                          <m:sub>
                            <m:r>
                              <m:rPr>
                                <m:sty m:val="p"/>
                              </m:rPr>
                              <a:rPr lang="en-US" sz="1800" b="0" i="0" smtClean="0">
                                <a:latin typeface="Cambria Math" panose="02040503050406030204" pitchFamily="18" charset="0"/>
                              </a:rPr>
                              <m:t>n</m:t>
                            </m:r>
                          </m:sub>
                        </m:sSub>
                      </m:e>
                    </m:acc>
                    <m:r>
                      <a:rPr lang="en-US" sz="1800" b="0" i="0" dirty="0" smtClean="0">
                        <a:latin typeface="Cambria Math" panose="02040503050406030204" pitchFamily="18" charset="0"/>
                      </a:rPr>
                      <m:t>(</m:t>
                    </m:r>
                    <m:r>
                      <m:rPr>
                        <m:sty m:val="p"/>
                      </m:rPr>
                      <a:rPr lang="en-US" sz="1800" b="0" i="0" dirty="0" smtClean="0">
                        <a:latin typeface="Cambria Math" panose="02040503050406030204" pitchFamily="18" charset="0"/>
                      </a:rPr>
                      <m:t>x</m:t>
                    </m:r>
                    <m:r>
                      <m:rPr>
                        <m:nor/>
                      </m:rPr>
                      <a:rPr lang="en-US" sz="1800" dirty="0" smtClean="0">
                        <a:latin typeface="Helvetica" panose="020B0604020202020204" pitchFamily="34" charset="0"/>
                        <a:cs typeface="Helvetica" panose="020B0604020202020204" pitchFamily="34" charset="0"/>
                      </a:rPr>
                      <m:t>)</m:t>
                    </m:r>
                  </m:oMath>
                </a14:m>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là</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hàm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phân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phối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theo</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kinh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nghiệm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dữ</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liệu</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quan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sát</a:t>
                </a:r>
                <a:endParaRPr lang="en-US" dirty="0">
                  <a:latin typeface="Helvetica" panose="020B0604020202020204" pitchFamily="34" charset="0"/>
                  <a:cs typeface="Helvetica" panose="020B0604020202020204" pitchFamily="34" charset="0"/>
                </a:endParaRPr>
              </a:p>
            </p:txBody>
          </p:sp>
        </mc:Choice>
        <mc:Fallback>
          <p:sp>
            <p:nvSpPr>
              <p:cNvPr id="9" name="TextBox 8">
                <a:extLst>
                  <a:ext uri="{FF2B5EF4-FFF2-40B4-BE49-F238E27FC236}">
                    <a16:creationId xmlns:a16="http://schemas.microsoft.com/office/drawing/2014/main" id="{2F598355-61D6-4AD1-A281-9DFEB57AC6A3}"/>
                  </a:ext>
                </a:extLst>
              </p:cNvPr>
              <p:cNvSpPr txBox="1">
                <a:spLocks noRot="1" noChangeAspect="1" noMove="1" noResize="1" noEditPoints="1" noAdjustHandles="1" noChangeArrowheads="1" noChangeShapeType="1" noTextEdit="1"/>
              </p:cNvSpPr>
              <p:nvPr/>
            </p:nvSpPr>
            <p:spPr>
              <a:xfrm>
                <a:off x="457200" y="1184830"/>
                <a:ext cx="11258546" cy="2624180"/>
              </a:xfrm>
              <a:prstGeom prst="rect">
                <a:avLst/>
              </a:prstGeom>
              <a:blipFill>
                <a:blip r:embed="rId3"/>
                <a:stretch>
                  <a:fillRect l="-433" t="-1160" r="-433" b="-30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Rounded Corners 9">
                <a:extLst>
                  <a:ext uri="{FF2B5EF4-FFF2-40B4-BE49-F238E27FC236}">
                    <a16:creationId xmlns:a16="http://schemas.microsoft.com/office/drawing/2014/main" id="{68271ECA-EDC1-4EB5-82C1-8EC36A8122DB}"/>
                  </a:ext>
                </a:extLst>
              </p:cNvPr>
              <p:cNvSpPr/>
              <p:nvPr/>
            </p:nvSpPr>
            <p:spPr>
              <a:xfrm>
                <a:off x="476254" y="4086009"/>
                <a:ext cx="9258296" cy="180565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latin typeface="Helvetica" panose="020B0604020202020204" pitchFamily="34" charset="0"/>
                    <a:cs typeface="Helvetica" panose="020B0604020202020204" pitchFamily="34" charset="0"/>
                  </a:rPr>
                  <a:t>Kiểm </a:t>
                </a:r>
                <a:r>
                  <a:rPr lang="en-US" b="1" dirty="0" err="1">
                    <a:solidFill>
                      <a:schemeClr val="tx1"/>
                    </a:solidFill>
                    <a:latin typeface="Helvetica" panose="020B0604020202020204" pitchFamily="34" charset="0"/>
                    <a:cs typeface="Helvetica" panose="020B0604020202020204" pitchFamily="34" charset="0"/>
                  </a:rPr>
                  <a:t>định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giả</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thuyết</a:t>
                </a:r>
                <a:r>
                  <a:rPr lang="en-US" b="1" dirty="0">
                    <a:solidFill>
                      <a:schemeClr val="tx1"/>
                    </a:solidFill>
                    <a:latin typeface="Helvetica" panose="020B0604020202020204" pitchFamily="34" charset="0"/>
                    <a:cs typeface="Helvetica" panose="020B0604020202020204" pitchFamily="34" charset="0"/>
                  </a:rPr>
                  <a:t>:</a:t>
                </a:r>
              </a:p>
              <a:p>
                <a:pPr algn="just"/>
                <a:endParaRPr lang="en-US" b="1" dirty="0">
                  <a:solidFill>
                    <a:schemeClr val="tx1"/>
                  </a:solidFill>
                  <a:latin typeface="Helvetica" panose="020B0604020202020204" pitchFamily="34" charset="0"/>
                  <a:cs typeface="Helvetica" panose="020B0604020202020204" pitchFamily="34" charset="0"/>
                </a:endParaRPr>
              </a:p>
              <a:p>
                <a:pPr algn="just"/>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0</m:t>
                        </m:r>
                      </m:sub>
                    </m:sSub>
                  </m:oMath>
                </a14:m>
                <a:r>
                  <a:rPr lang="en-US" dirty="0">
                    <a:solidFill>
                      <a:schemeClr val="tx1"/>
                    </a:solidFill>
                    <a:latin typeface="Helvetica" panose="020B0604020202020204" pitchFamily="34" charset="0"/>
                    <a:cs typeface="Helvetica" panose="020B0604020202020204" pitchFamily="34" charset="0"/>
                  </a:rPr>
                  <a:t> : </a:t>
                </a:r>
                <a:r>
                  <a:rPr lang="en-US" dirty="0" err="1">
                    <a:solidFill>
                      <a:schemeClr val="tx1"/>
                    </a:solidFill>
                    <a:latin typeface="Helvetica" panose="020B0604020202020204" pitchFamily="34" charset="0"/>
                    <a:cs typeface="Helvetica" panose="020B0604020202020204" pitchFamily="34" charset="0"/>
                  </a:rPr>
                  <a:t>Dữ</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liệu</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có</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cùng</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phân</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phối</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được</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chỉ</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định</a:t>
                </a:r>
                <a:endParaRPr lang="en-US" dirty="0">
                  <a:solidFill>
                    <a:schemeClr val="tx1"/>
                  </a:solidFill>
                  <a:latin typeface="Helvetica" panose="020B0604020202020204" pitchFamily="34" charset="0"/>
                  <a:cs typeface="Helvetica" panose="020B0604020202020204" pitchFamily="34" charset="0"/>
                </a:endParaRPr>
              </a:p>
              <a:p>
                <a:pPr algn="just"/>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1</m:t>
                        </m:r>
                      </m:sub>
                    </m:sSub>
                  </m:oMath>
                </a14:m>
                <a:r>
                  <a:rPr lang="en-US" dirty="0">
                    <a:solidFill>
                      <a:schemeClr val="tx1"/>
                    </a:solidFill>
                    <a:latin typeface="Helvetica" panose="020B0604020202020204" pitchFamily="34" charset="0"/>
                    <a:cs typeface="Helvetica" panose="020B0604020202020204" pitchFamily="34" charset="0"/>
                  </a:rPr>
                  <a:t> : </a:t>
                </a:r>
                <a:r>
                  <a:rPr lang="en-US" dirty="0" err="1">
                    <a:solidFill>
                      <a:schemeClr val="tx1"/>
                    </a:solidFill>
                    <a:latin typeface="Helvetica" panose="020B0604020202020204" pitchFamily="34" charset="0"/>
                    <a:cs typeface="Helvetica" panose="020B0604020202020204" pitchFamily="34" charset="0"/>
                  </a:rPr>
                  <a:t>Ít</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nhất</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một</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giá</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trị</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không</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phù</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hợp</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với</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phân</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phối</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được</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chỉ</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định</a:t>
                </a:r>
                <a:endParaRPr lang="en-US" dirty="0">
                  <a:solidFill>
                    <a:schemeClr val="tx1"/>
                  </a:solidFill>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endParaRPr lang="en-US" dirty="0">
                  <a:solidFill>
                    <a:schemeClr val="tx1"/>
                  </a:solidFill>
                  <a:latin typeface="Helvetica" panose="020B0604020202020204" pitchFamily="34" charset="0"/>
                  <a:cs typeface="Helvetica" panose="020B0604020202020204" pitchFamily="34" charset="0"/>
                </a:endParaRPr>
              </a:p>
            </p:txBody>
          </p:sp>
        </mc:Choice>
        <mc:Fallback xmlns="">
          <p:sp>
            <p:nvSpPr>
              <p:cNvPr id="6" name="Rectangle: Rounded Corners 9">
                <a:extLst>
                  <a:ext uri="{FF2B5EF4-FFF2-40B4-BE49-F238E27FC236}">
                    <a16:creationId xmlns:a16="http://schemas.microsoft.com/office/drawing/2014/main" id="{68271ECA-EDC1-4EB5-82C1-8EC36A8122DB}"/>
                  </a:ext>
                </a:extLst>
              </p:cNvPr>
              <p:cNvSpPr>
                <a:spLocks noRot="1" noChangeAspect="1" noMove="1" noResize="1" noEditPoints="1" noAdjustHandles="1" noChangeArrowheads="1" noChangeShapeType="1" noTextEdit="1"/>
              </p:cNvSpPr>
              <p:nvPr/>
            </p:nvSpPr>
            <p:spPr>
              <a:xfrm>
                <a:off x="476254" y="4086009"/>
                <a:ext cx="9258296" cy="1805655"/>
              </a:xfrm>
              <a:prstGeom prst="roundRect">
                <a:avLst/>
              </a:prstGeom>
              <a:blipFill>
                <a:blip r:embed="rId4"/>
                <a:stretch>
                  <a:fillRect/>
                </a:stretch>
              </a:blipFill>
            </p:spPr>
            <p:txBody>
              <a:bodyPr/>
              <a:lstStyle/>
              <a:p>
                <a:r>
                  <a:rPr lang="en-US">
                    <a:noFill/>
                  </a:rPr>
                  <a:t> </a:t>
                </a:r>
              </a:p>
            </p:txBody>
          </p:sp>
        </mc:Fallback>
      </mc:AlternateContent>
      <p:sp>
        <p:nvSpPr>
          <p:cNvPr id="2" name="Left Brace 1">
            <a:extLst>
              <a:ext uri="{FF2B5EF4-FFF2-40B4-BE49-F238E27FC236}">
                <a16:creationId xmlns:a16="http://schemas.microsoft.com/office/drawing/2014/main" id="{0B139549-31DD-4981-AD9E-28EA940251A2}"/>
              </a:ext>
            </a:extLst>
          </p:cNvPr>
          <p:cNvSpPr/>
          <p:nvPr/>
        </p:nvSpPr>
        <p:spPr>
          <a:xfrm>
            <a:off x="619125" y="4792832"/>
            <a:ext cx="466725" cy="8249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611402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latin typeface="Helvetica" panose="020B0604020202020204" pitchFamily="34" charset="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latin typeface="Helvetica" panose="020B0604020202020204" pitchFamily="34" charset="0"/>
                <a:cs typeface="Helvetica" panose="020B0604020202020204" pitchFamily="34" charset="0"/>
              </a:rPr>
              <a:pPr/>
              <a:t>22</a:t>
            </a:fld>
            <a:endParaRPr lang="en-US" dirty="0">
              <a:latin typeface="Helvetica" panose="020B0604020202020204" pitchFamily="34" charset="0"/>
              <a:cs typeface="Helvetica" panose="020B0604020202020204" pitchFamily="34" charset="0"/>
            </a:endParaRPr>
          </a:p>
        </p:txBody>
      </p:sp>
      <p:sp>
        <p:nvSpPr>
          <p:cNvPr id="8" name="TextBox 7">
            <a:extLst>
              <a:ext uri="{FF2B5EF4-FFF2-40B4-BE49-F238E27FC236}">
                <a16:creationId xmlns:a16="http://schemas.microsoft.com/office/drawing/2014/main" id="{6EA44AE9-55A5-48C2-B898-86EB9C0F7919}"/>
              </a:ext>
            </a:extLst>
          </p:cNvPr>
          <p:cNvSpPr txBox="1"/>
          <p:nvPr/>
        </p:nvSpPr>
        <p:spPr>
          <a:xfrm>
            <a:off x="457200" y="1184830"/>
            <a:ext cx="11258546" cy="369332"/>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Cú</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pháp</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định</a:t>
            </a:r>
            <a:r>
              <a:rPr lang="en-US" dirty="0">
                <a:latin typeface="Helvetica" panose="020B0604020202020204" pitchFamily="34" charset="0"/>
                <a:cs typeface="Helvetica" panose="020B0604020202020204" pitchFamily="34" charset="0"/>
              </a:rPr>
              <a:t> </a:t>
            </a:r>
            <a:r>
              <a:rPr lang="en-US" b="0" i="0" dirty="0">
                <a:solidFill>
                  <a:srgbClr val="333333"/>
                </a:solidFill>
                <a:effectLst/>
                <a:latin typeface="Helvetica" panose="020B0604020202020204" pitchFamily="34" charset="0"/>
                <a:cs typeface="Helvetica" panose="020B0604020202020204" pitchFamily="34" charset="0"/>
              </a:rPr>
              <a:t>Kolmogorov-Smirnov </a:t>
            </a:r>
            <a:r>
              <a:rPr lang="en-US" b="0" i="0" dirty="0" err="1">
                <a:solidFill>
                  <a:srgbClr val="333333"/>
                </a:solidFill>
                <a:effectLst/>
                <a:latin typeface="Helvetica" panose="020B0604020202020204" pitchFamily="34" charset="0"/>
                <a:cs typeface="Helvetica" panose="020B0604020202020204" pitchFamily="34" charset="0"/>
              </a:rPr>
              <a:t>như</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sau</a:t>
            </a:r>
            <a:r>
              <a:rPr lang="en-US" b="0" i="0" dirty="0">
                <a:solidFill>
                  <a:srgbClr val="333333"/>
                </a:solidFill>
                <a:effectLst/>
                <a:latin typeface="Helvetica" panose="020B0604020202020204" pitchFamily="34" charset="0"/>
                <a:cs typeface="Helvetica" panose="020B0604020202020204" pitchFamily="34" charset="0"/>
              </a:rPr>
              <a:t>:</a:t>
            </a:r>
            <a:endParaRPr lang="en-US" dirty="0">
              <a:latin typeface="Helvetica"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AD702888-DED9-46A3-B088-65BBFB5C3855}"/>
              </a:ext>
            </a:extLst>
          </p:cNvPr>
          <p:cNvPicPr>
            <a:picLocks noChangeAspect="1"/>
          </p:cNvPicPr>
          <p:nvPr/>
        </p:nvPicPr>
        <p:blipFill>
          <a:blip r:embed="rId3"/>
          <a:stretch>
            <a:fillRect/>
          </a:stretch>
        </p:blipFill>
        <p:spPr>
          <a:xfrm>
            <a:off x="457200" y="1554162"/>
            <a:ext cx="11391900" cy="1657761"/>
          </a:xfrm>
          <a:prstGeom prst="rect">
            <a:avLst/>
          </a:prstGeom>
        </p:spPr>
      </p:pic>
      <p:sp>
        <p:nvSpPr>
          <p:cNvPr id="12" name="TextBox 11">
            <a:extLst>
              <a:ext uri="{FF2B5EF4-FFF2-40B4-BE49-F238E27FC236}">
                <a16:creationId xmlns:a16="http://schemas.microsoft.com/office/drawing/2014/main" id="{E645AE71-6EEE-4BAE-AAF4-D5EB351059E2}"/>
              </a:ext>
            </a:extLst>
          </p:cNvPr>
          <p:cNvSpPr txBox="1"/>
          <p:nvPr/>
        </p:nvSpPr>
        <p:spPr>
          <a:xfrm>
            <a:off x="457200" y="3429000"/>
            <a:ext cx="11258546" cy="1200329"/>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Trong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đó</a:t>
            </a:r>
            <a:r>
              <a:rPr lang="en-US" b="0" i="0" dirty="0">
                <a:solidFill>
                  <a:srgbClr val="333333"/>
                </a:solidFill>
                <a:effectLst/>
                <a:latin typeface="Helvetica" panose="020B0604020202020204" pitchFamily="34" charset="0"/>
                <a:cs typeface="Helvetica" panose="020B0604020202020204" pitchFamily="34" charset="0"/>
              </a:rPr>
              <a:t>:</a:t>
            </a:r>
          </a:p>
          <a:p>
            <a:pPr marL="285750" indent="-285750" algn="just">
              <a:buFont typeface="Arial" panose="020B0604020202020204" pitchFamily="34" charset="0"/>
              <a:buChar char="•"/>
            </a:pPr>
            <a:r>
              <a:rPr lang="en-US" b="0" i="0" dirty="0">
                <a:solidFill>
                  <a:srgbClr val="333333"/>
                </a:solidFill>
                <a:effectLst/>
                <a:latin typeface="Helvetica" panose="020B0604020202020204" pitchFamily="34" charset="0"/>
                <a:cs typeface="Helvetica" panose="020B0604020202020204" pitchFamily="34" charset="0"/>
              </a:rPr>
              <a:t>x: vec</a:t>
            </a:r>
            <a:r>
              <a:rPr lang="en-US" dirty="0">
                <a:solidFill>
                  <a:srgbClr val="333333"/>
                </a:solidFill>
                <a:latin typeface="Helvetica" panose="020B0604020202020204" pitchFamily="34" charset="0"/>
                <a:cs typeface="Helvetica" panose="020B0604020202020204" pitchFamily="34" charset="0"/>
              </a:rPr>
              <a:t>tor </a:t>
            </a:r>
            <a:r>
              <a:rPr lang="en-US" dirty="0" err="1">
                <a:solidFill>
                  <a:srgbClr val="333333"/>
                </a:solidFill>
                <a:latin typeface="Helvetica" panose="020B0604020202020204" pitchFamily="34" charset="0"/>
                <a:cs typeface="Helvetica" panose="020B0604020202020204" pitchFamily="34" charset="0"/>
              </a:rPr>
              <a:t>dữ</a:t>
            </a:r>
            <a:r>
              <a:rPr lang="en-US" dirty="0">
                <a:solidFill>
                  <a:srgbClr val="333333"/>
                </a:solidFill>
                <a:latin typeface="Helvetica" panose="020B0604020202020204" pitchFamily="34" charset="0"/>
                <a:cs typeface="Helvetica" panose="020B0604020202020204" pitchFamily="34" charset="0"/>
              </a:rPr>
              <a:t> </a:t>
            </a:r>
            <a:r>
              <a:rPr lang="en-US" dirty="0" err="1">
                <a:solidFill>
                  <a:srgbClr val="333333"/>
                </a:solidFill>
                <a:latin typeface="Helvetica" panose="020B0604020202020204" pitchFamily="34" charset="0"/>
                <a:cs typeface="Helvetica" panose="020B0604020202020204" pitchFamily="34" charset="0"/>
              </a:rPr>
              <a:t>liệu</a:t>
            </a:r>
            <a:r>
              <a:rPr lang="en-US" dirty="0">
                <a:solidFill>
                  <a:srgbClr val="333333"/>
                </a:solidFill>
                <a:latin typeface="Helvetica" panose="020B0604020202020204" pitchFamily="34" charset="0"/>
                <a:cs typeface="Helvetica" panose="020B0604020202020204" pitchFamily="34" charset="0"/>
              </a:rPr>
              <a:t> </a:t>
            </a:r>
            <a:r>
              <a:rPr lang="en-US" dirty="0" err="1">
                <a:solidFill>
                  <a:srgbClr val="333333"/>
                </a:solidFill>
                <a:latin typeface="Helvetica" panose="020B0604020202020204" pitchFamily="34" charset="0"/>
                <a:cs typeface="Helvetica" panose="020B0604020202020204" pitchFamily="34" charset="0"/>
              </a:rPr>
              <a:t>được</a:t>
            </a:r>
            <a:r>
              <a:rPr lang="en-US" dirty="0">
                <a:solidFill>
                  <a:srgbClr val="333333"/>
                </a:solidFill>
                <a:latin typeface="Helvetica" panose="020B0604020202020204" pitchFamily="34" charset="0"/>
                <a:cs typeface="Helvetica" panose="020B0604020202020204" pitchFamily="34" charset="0"/>
              </a:rPr>
              <a:t> </a:t>
            </a:r>
            <a:r>
              <a:rPr lang="en-US" dirty="0" err="1">
                <a:solidFill>
                  <a:srgbClr val="333333"/>
                </a:solidFill>
                <a:latin typeface="Helvetica" panose="020B0604020202020204" pitchFamily="34" charset="0"/>
                <a:cs typeface="Helvetica" panose="020B0604020202020204" pitchFamily="34" charset="0"/>
              </a:rPr>
              <a:t>kiểm</a:t>
            </a:r>
            <a:r>
              <a:rPr lang="en-US" dirty="0">
                <a:solidFill>
                  <a:srgbClr val="333333"/>
                </a:solidFill>
                <a:latin typeface="Helvetica" panose="020B0604020202020204" pitchFamily="34" charset="0"/>
                <a:cs typeface="Helvetica" panose="020B0604020202020204" pitchFamily="34" charset="0"/>
              </a:rPr>
              <a:t> </a:t>
            </a:r>
            <a:r>
              <a:rPr lang="en-US" dirty="0" err="1">
                <a:solidFill>
                  <a:srgbClr val="333333"/>
                </a:solidFill>
                <a:latin typeface="Helvetica" panose="020B0604020202020204" pitchFamily="34" charset="0"/>
                <a:cs typeface="Helvetica" panose="020B0604020202020204" pitchFamily="34" charset="0"/>
              </a:rPr>
              <a:t>tra</a:t>
            </a:r>
            <a:endParaRPr lang="en-US" dirty="0">
              <a:solidFill>
                <a:srgbClr val="333333"/>
              </a:solidFill>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r>
              <a:rPr lang="en-US" b="0" i="0" dirty="0">
                <a:solidFill>
                  <a:srgbClr val="333333"/>
                </a:solidFill>
                <a:effectLst/>
                <a:latin typeface="Helvetica" panose="020B0604020202020204" pitchFamily="34" charset="0"/>
                <a:cs typeface="Helvetica" panose="020B0604020202020204" pitchFamily="34" charset="0"/>
              </a:rPr>
              <a:t>y: </a:t>
            </a:r>
            <a:r>
              <a:rPr lang="en-US" b="0" i="0" dirty="0" err="1">
                <a:solidFill>
                  <a:srgbClr val="333333"/>
                </a:solidFill>
                <a:effectLst/>
                <a:latin typeface="Helvetica" panose="020B0604020202020204" pitchFamily="34" charset="0"/>
                <a:cs typeface="Helvetica" panose="020B0604020202020204" pitchFamily="34" charset="0"/>
              </a:rPr>
              <a:t>một</a:t>
            </a:r>
            <a:r>
              <a:rPr lang="en-US" b="0" i="0" dirty="0">
                <a:solidFill>
                  <a:srgbClr val="333333"/>
                </a:solidFill>
                <a:effectLst/>
                <a:latin typeface="Helvetica" panose="020B0604020202020204" pitchFamily="34" charset="0"/>
                <a:cs typeface="Helvetica" panose="020B0604020202020204" pitchFamily="34" charset="0"/>
              </a:rPr>
              <a:t> vector </a:t>
            </a:r>
            <a:r>
              <a:rPr lang="en-US" b="0" i="0" dirty="0" err="1">
                <a:solidFill>
                  <a:srgbClr val="333333"/>
                </a:solidFill>
                <a:effectLst/>
                <a:latin typeface="Helvetica" panose="020B0604020202020204" pitchFamily="34" charset="0"/>
                <a:cs typeface="Helvetica" panose="020B0604020202020204" pitchFamily="34" charset="0"/>
              </a:rPr>
              <a:t>dữ</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liệu</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để</a:t>
            </a:r>
            <a:r>
              <a:rPr lang="en-US" b="0" i="0" dirty="0">
                <a:solidFill>
                  <a:srgbClr val="333333"/>
                </a:solidFill>
                <a:effectLst/>
                <a:latin typeface="Helvetica" panose="020B0604020202020204" pitchFamily="34" charset="0"/>
                <a:cs typeface="Helvetica" panose="020B0604020202020204" pitchFamily="34" charset="0"/>
              </a:rPr>
              <a:t> so </a:t>
            </a:r>
            <a:r>
              <a:rPr lang="en-US" b="0" i="0" dirty="0" err="1">
                <a:solidFill>
                  <a:srgbClr val="333333"/>
                </a:solidFill>
                <a:effectLst/>
                <a:latin typeface="Helvetica" panose="020B0604020202020204" pitchFamily="34" charset="0"/>
                <a:cs typeface="Helvetica" panose="020B0604020202020204" pitchFamily="34" charset="0"/>
              </a:rPr>
              <a:t>sánh</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phân</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phối</a:t>
            </a:r>
            <a:r>
              <a:rPr lang="en-US" b="0" i="0" dirty="0">
                <a:solidFill>
                  <a:srgbClr val="333333"/>
                </a:solidFill>
                <a:effectLst/>
                <a:latin typeface="Helvetica" panose="020B0604020202020204" pitchFamily="34" charset="0"/>
                <a:cs typeface="Helvetica" panose="020B0604020202020204" pitchFamily="34" charset="0"/>
              </a:rPr>
              <a:t> </a:t>
            </a:r>
            <a:r>
              <a:rPr lang="en-US" b="0" i="0" dirty="0" err="1">
                <a:solidFill>
                  <a:srgbClr val="333333"/>
                </a:solidFill>
                <a:effectLst/>
                <a:latin typeface="Helvetica" panose="020B0604020202020204" pitchFamily="34" charset="0"/>
                <a:cs typeface="Helvetica" panose="020B0604020202020204" pitchFamily="34" charset="0"/>
              </a:rPr>
              <a:t>của</a:t>
            </a:r>
            <a:r>
              <a:rPr lang="en-US" b="0" i="0" dirty="0">
                <a:solidFill>
                  <a:srgbClr val="333333"/>
                </a:solidFill>
                <a:effectLst/>
                <a:latin typeface="Helvetica" panose="020B0604020202020204" pitchFamily="34" charset="0"/>
                <a:cs typeface="Helvetica" panose="020B0604020202020204" pitchFamily="34" charset="0"/>
              </a:rPr>
              <a:t> x </a:t>
            </a:r>
            <a:r>
              <a:rPr lang="en-US" b="0" i="0" dirty="0" err="1">
                <a:solidFill>
                  <a:srgbClr val="333333"/>
                </a:solidFill>
                <a:effectLst/>
                <a:latin typeface="Helvetica" panose="020B0604020202020204" pitchFamily="34" charset="0"/>
                <a:cs typeface="Helvetica" panose="020B0604020202020204" pitchFamily="34" charset="0"/>
              </a:rPr>
              <a:t>và</a:t>
            </a:r>
            <a:r>
              <a:rPr lang="en-US" b="0" i="0" dirty="0">
                <a:solidFill>
                  <a:srgbClr val="333333"/>
                </a:solidFill>
                <a:effectLst/>
                <a:latin typeface="Helvetica" panose="020B0604020202020204" pitchFamily="34" charset="0"/>
                <a:cs typeface="Helvetica" panose="020B0604020202020204" pitchFamily="34" charset="0"/>
              </a:rPr>
              <a:t> y) </a:t>
            </a:r>
            <a:r>
              <a:rPr lang="en-US" b="0" i="0" dirty="0" err="1">
                <a:solidFill>
                  <a:srgbClr val="333333"/>
                </a:solidFill>
                <a:effectLst/>
                <a:latin typeface="Helvetica" panose="020B0604020202020204" pitchFamily="34" charset="0"/>
                <a:cs typeface="Helvetica" panose="020B0604020202020204" pitchFamily="34" charset="0"/>
              </a:rPr>
              <a:t>hoặc</a:t>
            </a:r>
            <a:r>
              <a:rPr lang="en-US" b="0" i="0" dirty="0">
                <a:solidFill>
                  <a:srgbClr val="333333"/>
                </a:solidFill>
                <a:effectLst/>
                <a:latin typeface="Helvetica" panose="020B0604020202020204" pitchFamily="34" charset="0"/>
                <a:cs typeface="Helvetica" panose="020B0604020202020204" pitchFamily="34" charset="0"/>
              </a:rPr>
              <a:t> </a:t>
            </a:r>
            <a:r>
              <a:rPr lang="en-US" dirty="0" err="1">
                <a:solidFill>
                  <a:srgbClr val="333333"/>
                </a:solidFill>
                <a:latin typeface="Helvetica" panose="020B0604020202020204" pitchFamily="34" charset="0"/>
                <a:cs typeface="Helvetica" panose="020B0604020202020204" pitchFamily="34" charset="0"/>
              </a:rPr>
              <a:t>phân</a:t>
            </a:r>
            <a:r>
              <a:rPr lang="en-US" dirty="0">
                <a:solidFill>
                  <a:srgbClr val="333333"/>
                </a:solidFill>
                <a:latin typeface="Helvetica" panose="020B0604020202020204" pitchFamily="34" charset="0"/>
                <a:cs typeface="Helvetica" panose="020B0604020202020204" pitchFamily="34" charset="0"/>
              </a:rPr>
              <a:t> </a:t>
            </a:r>
            <a:r>
              <a:rPr lang="en-US" dirty="0" err="1">
                <a:solidFill>
                  <a:srgbClr val="333333"/>
                </a:solidFill>
                <a:latin typeface="Helvetica" panose="020B0604020202020204" pitchFamily="34" charset="0"/>
                <a:cs typeface="Helvetica" panose="020B0604020202020204" pitchFamily="34" charset="0"/>
              </a:rPr>
              <a:t>phối</a:t>
            </a:r>
            <a:r>
              <a:rPr lang="en-US" dirty="0">
                <a:solidFill>
                  <a:srgbClr val="333333"/>
                </a:solidFill>
                <a:latin typeface="Helvetica" panose="020B0604020202020204" pitchFamily="34" charset="0"/>
                <a:cs typeface="Helvetica" panose="020B0604020202020204" pitchFamily="34" charset="0"/>
              </a:rPr>
              <a:t> </a:t>
            </a:r>
            <a:r>
              <a:rPr lang="en-US" dirty="0" err="1">
                <a:solidFill>
                  <a:srgbClr val="333333"/>
                </a:solidFill>
                <a:latin typeface="Helvetica" panose="020B0604020202020204" pitchFamily="34" charset="0"/>
                <a:cs typeface="Helvetica" panose="020B0604020202020204" pitchFamily="34" charset="0"/>
              </a:rPr>
              <a:t>của</a:t>
            </a:r>
            <a:r>
              <a:rPr lang="en-US" dirty="0">
                <a:solidFill>
                  <a:srgbClr val="333333"/>
                </a:solidFill>
                <a:latin typeface="Helvetica" panose="020B0604020202020204" pitchFamily="34" charset="0"/>
                <a:cs typeface="Helvetica" panose="020B0604020202020204" pitchFamily="34" charset="0"/>
              </a:rPr>
              <a:t> y</a:t>
            </a:r>
          </a:p>
          <a:p>
            <a:pPr algn="just"/>
            <a:r>
              <a:rPr lang="en-US" dirty="0" err="1">
                <a:latin typeface="Helvetica" panose="020B0604020202020204" pitchFamily="34" charset="0"/>
                <a:cs typeface="Helvetica" panose="020B0604020202020204" pitchFamily="34" charset="0"/>
              </a:rPr>
              <a:t>Muốn</a:t>
            </a:r>
            <a:r>
              <a:rPr lang="en-US" dirty="0">
                <a:latin typeface="Helvetica" panose="020B0604020202020204" pitchFamily="34" charset="0"/>
                <a:cs typeface="Helvetica" panose="020B0604020202020204" pitchFamily="34" charset="0"/>
              </a:rPr>
              <a:t> so </a:t>
            </a:r>
            <a:r>
              <a:rPr lang="en-US" dirty="0" err="1">
                <a:latin typeface="Helvetica" panose="020B0604020202020204" pitchFamily="34" charset="0"/>
                <a:cs typeface="Helvetica" panose="020B0604020202020204" pitchFamily="34" charset="0"/>
              </a:rPr>
              <a:t>sánh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cdf</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x </a:t>
            </a:r>
            <a:r>
              <a:rPr lang="en-US" dirty="0" err="1">
                <a:latin typeface="Helvetica" panose="020B0604020202020204" pitchFamily="34" charset="0"/>
                <a:cs typeface="Helvetica" panose="020B0604020202020204" pitchFamily="34" charset="0"/>
              </a:rPr>
              <a:t>và</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cdf</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y </a:t>
            </a:r>
            <a:r>
              <a:rPr lang="en-US" dirty="0" err="1">
                <a:latin typeface="Helvetica" panose="020B0604020202020204" pitchFamily="34" charset="0"/>
                <a:cs typeface="Helvetica" panose="020B0604020202020204" pitchFamily="34" charset="0"/>
              </a:rPr>
              <a:t>thì</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các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tham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số</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cdf</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của</a:t>
            </a:r>
            <a:r>
              <a:rPr lang="en-US" dirty="0">
                <a:latin typeface="Helvetica" panose="020B0604020202020204" pitchFamily="34" charset="0"/>
                <a:cs typeface="Helvetica" panose="020B0604020202020204" pitchFamily="34" charset="0"/>
              </a:rPr>
              <a:t> y </a:t>
            </a:r>
            <a:r>
              <a:rPr lang="en-US" dirty="0" err="1">
                <a:latin typeface="Helvetica" panose="020B0604020202020204" pitchFamily="34" charset="0"/>
                <a:cs typeface="Helvetica" panose="020B0604020202020204" pitchFamily="34" charset="0"/>
              </a:rPr>
              <a:t>cần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phải</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biết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trước</a:t>
            </a:r>
            <a:r>
              <a:rPr lang="en-US"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174462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endParaRPr lang="en-US" b="1" dirty="0">
              <a:solidFill>
                <a:schemeClr val="bg1"/>
              </a:solidFill>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latin typeface="Helvetica" panose="020B0604020202020204" pitchFamily="34" charset="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latin typeface="Helvetica" panose="020B0604020202020204" pitchFamily="34" charset="0"/>
                <a:cs typeface="Helvetica" panose="020B0604020202020204" pitchFamily="34" charset="0"/>
              </a:rPr>
              <a:pPr/>
              <a:t>23</a:t>
            </a:fld>
            <a:endParaRPr lang="en-US" dirty="0">
              <a:latin typeface="Helvetica" panose="020B0604020202020204" pitchFamily="34" charset="0"/>
              <a:cs typeface="Helvetica" panose="020B0604020202020204" pitchFamily="34" charset="0"/>
            </a:endParaRPr>
          </a:p>
        </p:txBody>
      </p:sp>
      <p:pic>
        <p:nvPicPr>
          <p:cNvPr id="3" name="Picture 2">
            <a:extLst>
              <a:ext uri="{FF2B5EF4-FFF2-40B4-BE49-F238E27FC236}">
                <a16:creationId xmlns:a16="http://schemas.microsoft.com/office/drawing/2014/main" id="{9B048F72-F367-47D1-A96F-8AB76B16FEB4}"/>
              </a:ext>
            </a:extLst>
          </p:cNvPr>
          <p:cNvPicPr>
            <a:picLocks noChangeAspect="1"/>
          </p:cNvPicPr>
          <p:nvPr/>
        </p:nvPicPr>
        <p:blipFill>
          <a:blip r:embed="rId3"/>
          <a:stretch>
            <a:fillRect/>
          </a:stretch>
        </p:blipFill>
        <p:spPr>
          <a:xfrm>
            <a:off x="467726" y="1273154"/>
            <a:ext cx="11449050" cy="1727222"/>
          </a:xfrm>
          <a:prstGeom prst="rect">
            <a:avLst/>
          </a:prstGeom>
        </p:spPr>
      </p:pic>
      <p:pic>
        <p:nvPicPr>
          <p:cNvPr id="6" name="Picture 5">
            <a:extLst>
              <a:ext uri="{FF2B5EF4-FFF2-40B4-BE49-F238E27FC236}">
                <a16:creationId xmlns:a16="http://schemas.microsoft.com/office/drawing/2014/main" id="{05672582-E79B-4B46-BFFA-C524CF4954A7}"/>
              </a:ext>
            </a:extLst>
          </p:cNvPr>
          <p:cNvPicPr>
            <a:picLocks noChangeAspect="1"/>
          </p:cNvPicPr>
          <p:nvPr/>
        </p:nvPicPr>
        <p:blipFill>
          <a:blip r:embed="rId4"/>
          <a:stretch>
            <a:fillRect/>
          </a:stretch>
        </p:blipFill>
        <p:spPr>
          <a:xfrm>
            <a:off x="474495" y="3095318"/>
            <a:ext cx="11449050" cy="1832324"/>
          </a:xfrm>
          <a:prstGeom prst="rect">
            <a:avLst/>
          </a:prstGeom>
        </p:spPr>
      </p:pic>
      <p:sp>
        <p:nvSpPr>
          <p:cNvPr id="13" name="TextBox 12">
            <a:extLst>
              <a:ext uri="{FF2B5EF4-FFF2-40B4-BE49-F238E27FC236}">
                <a16:creationId xmlns:a16="http://schemas.microsoft.com/office/drawing/2014/main" id="{48BE5F31-0339-4664-B4EC-5AE2E7EA433F}"/>
              </a:ext>
            </a:extLst>
          </p:cNvPr>
          <p:cNvSpPr txBox="1"/>
          <p:nvPr/>
        </p:nvSpPr>
        <p:spPr>
          <a:xfrm>
            <a:off x="466727" y="5067361"/>
            <a:ext cx="11258546" cy="369332"/>
          </a:xfrm>
          <a:prstGeom prst="rect">
            <a:avLst/>
          </a:prstGeom>
          <a:noFill/>
        </p:spPr>
        <p:txBody>
          <a:bodyPr wrap="square" rtlCol="0">
            <a:spAutoFit/>
          </a:bodyPr>
          <a:lstStyle/>
          <a:p>
            <a:pPr algn="just"/>
            <a:r>
              <a:rPr lang="en-US" dirty="0" err="1">
                <a:latin typeface="Helvetica" panose="020B0604020202020204" pitchFamily="34" charset="0"/>
                <a:cs typeface="Helvetica" panose="020B0604020202020204" pitchFamily="34" charset="0"/>
              </a:rPr>
              <a:t>Vì</a:t>
            </a:r>
            <a:r>
              <a:rPr lang="en-US" dirty="0">
                <a:latin typeface="Helvetica" panose="020B0604020202020204" pitchFamily="34" charset="0"/>
                <a:cs typeface="Helvetica" panose="020B0604020202020204" pitchFamily="34" charset="0"/>
              </a:rPr>
              <a:t> p-value </a:t>
            </a:r>
            <a:r>
              <a:rPr lang="en-US" dirty="0" err="1">
                <a:latin typeface="Helvetica" panose="020B0604020202020204" pitchFamily="34" charset="0"/>
                <a:cs typeface="Helvetica" panose="020B0604020202020204" pitchFamily="34" charset="0"/>
              </a:rPr>
              <a:t>rất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nhỏ</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nên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chúng</a:t>
            </a:r>
            <a:r>
              <a:rPr lang="en-US" dirty="0">
                <a:latin typeface="Helvetica" panose="020B0604020202020204" pitchFamily="34" charset="0"/>
                <a:cs typeface="Helvetica" panose="020B0604020202020204" pitchFamily="34" charset="0"/>
              </a:rPr>
              <a:t> ta </a:t>
            </a:r>
            <a:r>
              <a:rPr lang="en-US" dirty="0" err="1">
                <a:latin typeface="Helvetica" panose="020B0604020202020204" pitchFamily="34" charset="0"/>
                <a:cs typeface="Helvetica" panose="020B0604020202020204" pitchFamily="34" charset="0"/>
              </a:rPr>
              <a:t>bác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bỏ</a:t>
            </a:r>
            <a:r>
              <a:rPr lang="en-US" dirty="0">
                <a:latin typeface="Helvetica" panose="020B0604020202020204" pitchFamily="34" charset="0"/>
                <a:cs typeface="Helvetica" panose="020B0604020202020204" pitchFamily="34" charset="0"/>
              </a:rPr>
              <a:t> H0 </a:t>
            </a:r>
            <a:r>
              <a:rPr lang="en-US" dirty="0" err="1">
                <a:latin typeface="Helvetica" panose="020B0604020202020204" pitchFamily="34" charset="0"/>
                <a:cs typeface="Helvetica" panose="020B0604020202020204" pitchFamily="34" charset="0"/>
              </a:rPr>
              <a:t>và</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kết</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luận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rằng</a:t>
            </a:r>
            <a:r>
              <a:rPr lang="en-US" dirty="0">
                <a:latin typeface="Helvetica" panose="020B0604020202020204" pitchFamily="34" charset="0"/>
                <a:cs typeface="Helvetica" panose="020B0604020202020204" pitchFamily="34" charset="0"/>
              </a:rPr>
              <a:t> x </a:t>
            </a:r>
            <a:r>
              <a:rPr lang="en-US" dirty="0" err="1">
                <a:latin typeface="Helvetica" panose="020B0604020202020204" pitchFamily="34" charset="0"/>
                <a:cs typeface="Helvetica" panose="020B0604020202020204" pitchFamily="34" charset="0"/>
              </a:rPr>
              <a:t>và</a:t>
            </a:r>
            <a:r>
              <a:rPr lang="en-US" dirty="0">
                <a:latin typeface="Helvetica" panose="020B0604020202020204" pitchFamily="34" charset="0"/>
                <a:cs typeface="Helvetica" panose="020B0604020202020204" pitchFamily="34" charset="0"/>
              </a:rPr>
              <a:t> y </a:t>
            </a:r>
            <a:r>
              <a:rPr lang="en-US" dirty="0" err="1">
                <a:latin typeface="Helvetica" panose="020B0604020202020204" pitchFamily="34" charset="0"/>
                <a:cs typeface="Helvetica" panose="020B0604020202020204" pitchFamily="34" charset="0"/>
              </a:rPr>
              <a:t>không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có</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cùng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phân</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phối</a:t>
            </a:r>
            <a:r>
              <a:rPr lang="en-US"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2409112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r>
              <a:rPr lang="en-US" b="1" dirty="0">
                <a:solidFill>
                  <a:schemeClr val="bg1"/>
                </a:solidFill>
              </a:rPr>
              <a:t>3. Categorical Data Analysis</a:t>
            </a:r>
            <a:endParaRPr lang="en-US" b="1" dirty="0">
              <a:solidFill>
                <a:schemeClr val="bg1"/>
              </a:solidFill>
              <a:latin typeface="Helvetica" panose="020B0604020202020204" pitchFamily="34" charset="0"/>
              <a:cs typeface="Helvetica" panose="020B0604020202020204" pitchFamily="34" charset="0"/>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latin typeface="Helvetica" panose="020B0604020202020204" pitchFamily="34" charset="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latin typeface="Helvetica" panose="020B0604020202020204" pitchFamily="34" charset="0"/>
                <a:cs typeface="Helvetica" panose="020B0604020202020204" pitchFamily="34" charset="0"/>
              </a:rPr>
              <a:pPr/>
              <a:t>24</a:t>
            </a:fld>
            <a:endParaRPr lang="en-US" dirty="0">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2F598355-61D6-4AD1-A281-9DFEB57AC6A3}"/>
              </a:ext>
            </a:extLst>
          </p:cNvPr>
          <p:cNvSpPr txBox="1"/>
          <p:nvPr/>
        </p:nvSpPr>
        <p:spPr>
          <a:xfrm>
            <a:off x="182699" y="1376535"/>
            <a:ext cx="6949621" cy="646331"/>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tra</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tính</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độc</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lập</a:t>
            </a:r>
            <a:endParaRPr lang="en-US" dirty="0">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r>
              <a:rPr lang="en-US" dirty="0" err="1">
                <a:latin typeface="Helvetica" panose="020B0604020202020204" pitchFamily="34" charset="0"/>
                <a:cs typeface="Helvetica" panose="020B0604020202020204" pitchFamily="34" charset="0"/>
              </a:rPr>
              <a:t>Sử</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dụng</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kiểm</a:t>
            </a:r>
            <a:r>
              <a:rPr lang="en-US" dirty="0">
                <a:latin typeface="Helvetica" panose="020B0604020202020204" pitchFamily="34" charset="0"/>
                <a:cs typeface="Helvetica" panose="020B0604020202020204" pitchFamily="34" charset="0"/>
              </a:rPr>
              <a:t> </a:t>
            </a:r>
            <a:r>
              <a:rPr lang="en-US" dirty="0" err="1">
                <a:latin typeface="Helvetica" panose="020B0604020202020204" pitchFamily="34" charset="0"/>
                <a:cs typeface="Helvetica" panose="020B0604020202020204" pitchFamily="34" charset="0"/>
              </a:rPr>
              <a:t>định</a:t>
            </a:r>
            <a:r>
              <a:rPr lang="en-US" dirty="0">
                <a:latin typeface="Helvetica" panose="020B0604020202020204" pitchFamily="34" charset="0"/>
                <a:cs typeface="Helvetica" panose="020B0604020202020204" pitchFamily="34" charset="0"/>
              </a:rPr>
              <a:t> </a:t>
            </a:r>
            <a:r>
              <a:rPr lang="en-US" b="1" dirty="0">
                <a:latin typeface="Helvetica" panose="020B0604020202020204" pitchFamily="34" charset="0"/>
                <a:cs typeface="Helvetica" panose="020B0604020202020204" pitchFamily="34" charset="0"/>
              </a:rPr>
              <a:t>Chi </a:t>
            </a:r>
            <a:r>
              <a:rPr lang="en-US" b="1" dirty="0" err="1">
                <a:latin typeface="Helvetica" panose="020B0604020202020204" pitchFamily="34" charset="0"/>
                <a:cs typeface="Helvetica" panose="020B0604020202020204" pitchFamily="34" charset="0"/>
              </a:rPr>
              <a:t>quare</a:t>
            </a:r>
            <a:r>
              <a:rPr lang="en-US" b="1" dirty="0">
                <a:latin typeface="Helvetica" panose="020B0604020202020204" pitchFamily="34" charset="0"/>
                <a:cs typeface="Helvetica" panose="020B0604020202020204" pitchFamily="34" charset="0"/>
              </a:rPr>
              <a:t> test</a:t>
            </a:r>
            <a:endParaRPr lang="vi-VN" b="1" dirty="0">
              <a:latin typeface="Helvetica" panose="020B0604020202020204" pitchFamily="34" charset="0"/>
              <a:cs typeface="Helvetica" panose="020B0604020202020204" pitchFamily="34" charset="0"/>
            </a:endParaRPr>
          </a:p>
        </p:txBody>
      </p:sp>
      <mc:AlternateContent xmlns:mc="http://schemas.openxmlformats.org/markup-compatibility/2006" xmlns:a14="http://schemas.microsoft.com/office/drawing/2010/main">
        <mc:Choice Requires="a14">
          <p:sp>
            <p:nvSpPr>
              <p:cNvPr id="10" name="Rectangle: Rounded Corners 9">
                <a:extLst>
                  <a:ext uri="{FF2B5EF4-FFF2-40B4-BE49-F238E27FC236}">
                    <a16:creationId xmlns:a16="http://schemas.microsoft.com/office/drawing/2014/main" id="{68271ECA-EDC1-4EB5-82C1-8EC36A8122DB}"/>
                  </a:ext>
                </a:extLst>
              </p:cNvPr>
              <p:cNvSpPr/>
              <p:nvPr/>
            </p:nvSpPr>
            <p:spPr>
              <a:xfrm>
                <a:off x="7584162" y="1212372"/>
                <a:ext cx="4405722" cy="180565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latin typeface="Helvetica" panose="020B0604020202020204" pitchFamily="34" charset="0"/>
                    <a:cs typeface="Helvetica" panose="020B0604020202020204" pitchFamily="34" charset="0"/>
                  </a:rPr>
                  <a:t>Kiểm </a:t>
                </a:r>
                <a:r>
                  <a:rPr lang="en-US" b="1" dirty="0" err="1">
                    <a:solidFill>
                      <a:schemeClr val="tx1"/>
                    </a:solidFill>
                    <a:latin typeface="Helvetica" panose="020B0604020202020204" pitchFamily="34" charset="0"/>
                    <a:cs typeface="Helvetica" panose="020B0604020202020204" pitchFamily="34" charset="0"/>
                  </a:rPr>
                  <a:t>định</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giả</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thuyết</a:t>
                </a:r>
                <a:r>
                  <a:rPr lang="en-US" b="1" dirty="0">
                    <a:solidFill>
                      <a:schemeClr val="tx1"/>
                    </a:solidFill>
                    <a:latin typeface="Helvetica" panose="020B0604020202020204" pitchFamily="34" charset="0"/>
                    <a:cs typeface="Helvetica" panose="020B0604020202020204" pitchFamily="34" charset="0"/>
                  </a:rPr>
                  <a:t>:</a:t>
                </a:r>
              </a:p>
              <a:p>
                <a:pPr algn="just"/>
                <a:endParaRPr lang="en-US" b="1" dirty="0">
                  <a:solidFill>
                    <a:schemeClr val="tx1"/>
                  </a:solidFill>
                  <a:latin typeface="Helvetica" panose="020B0604020202020204" pitchFamily="34" charset="0"/>
                  <a:cs typeface="Helvetica" panose="020B0604020202020204" pitchFamily="34" charset="0"/>
                </a:endParaRPr>
              </a:p>
              <a:p>
                <a:pPr algn="just"/>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0</m:t>
                        </m:r>
                      </m:sub>
                    </m:sSub>
                  </m:oMath>
                </a14:m>
                <a:r>
                  <a:rPr lang="en-US" dirty="0">
                    <a:solidFill>
                      <a:schemeClr val="tx1"/>
                    </a:solidFill>
                    <a:latin typeface="Helvetica" panose="020B0604020202020204" pitchFamily="34" charset="0"/>
                    <a:cs typeface="Helvetica" panose="020B0604020202020204" pitchFamily="34" charset="0"/>
                  </a:rPr>
                  <a:t> : </a:t>
                </a:r>
                <a:r>
                  <a:rPr lang="en-US" dirty="0" err="1">
                    <a:solidFill>
                      <a:schemeClr val="tx1"/>
                    </a:solidFill>
                    <a:latin typeface="Helvetica" panose="020B0604020202020204" pitchFamily="34" charset="0"/>
                    <a:cs typeface="Helvetica" panose="020B0604020202020204" pitchFamily="34" charset="0"/>
                  </a:rPr>
                  <a:t>Không</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có</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mối</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liên</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hệ</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nào</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giữa</a:t>
                </a:r>
                <a:r>
                  <a:rPr lang="en-US" dirty="0">
                    <a:solidFill>
                      <a:schemeClr val="tx1"/>
                    </a:solidFill>
                    <a:latin typeface="Helvetica" panose="020B0604020202020204" pitchFamily="34" charset="0"/>
                    <a:cs typeface="Helvetica" panose="020B0604020202020204" pitchFamily="34" charset="0"/>
                  </a:rPr>
                  <a:t>   	Category A </a:t>
                </a:r>
                <a:r>
                  <a:rPr lang="en-US" dirty="0" err="1">
                    <a:solidFill>
                      <a:schemeClr val="tx1"/>
                    </a:solidFill>
                    <a:latin typeface="Helvetica" panose="020B0604020202020204" pitchFamily="34" charset="0"/>
                    <a:cs typeface="Helvetica" panose="020B0604020202020204" pitchFamily="34" charset="0"/>
                  </a:rPr>
                  <a:t>và</a:t>
                </a:r>
                <a:r>
                  <a:rPr lang="en-US" dirty="0">
                    <a:solidFill>
                      <a:schemeClr val="tx1"/>
                    </a:solidFill>
                    <a:latin typeface="Helvetica" panose="020B0604020202020204" pitchFamily="34" charset="0"/>
                    <a:cs typeface="Helvetica" panose="020B0604020202020204" pitchFamily="34" charset="0"/>
                  </a:rPr>
                  <a:t> Category B</a:t>
                </a:r>
              </a:p>
              <a:p>
                <a:pPr algn="just"/>
                <a:r>
                  <a:rPr lang="en-US"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1</m:t>
                        </m:r>
                      </m:sub>
                    </m:sSub>
                  </m:oMath>
                </a14:m>
                <a:r>
                  <a:rPr lang="en-US" dirty="0">
                    <a:solidFill>
                      <a:schemeClr val="tx1"/>
                    </a:solidFill>
                    <a:latin typeface="Helvetica" panose="020B0604020202020204" pitchFamily="34" charset="0"/>
                    <a:cs typeface="Helvetica" panose="020B0604020202020204" pitchFamily="34" charset="0"/>
                  </a:rPr>
                  <a:t> : </a:t>
                </a:r>
                <a:r>
                  <a:rPr lang="en-US" dirty="0" err="1">
                    <a:solidFill>
                      <a:schemeClr val="tx1"/>
                    </a:solidFill>
                    <a:latin typeface="Helvetica" panose="020B0604020202020204" pitchFamily="34" charset="0"/>
                    <a:cs typeface="Helvetica" panose="020B0604020202020204" pitchFamily="34" charset="0"/>
                  </a:rPr>
                  <a:t>Có</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mối</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liên</a:t>
                </a:r>
                <a:r>
                  <a:rPr lang="en-US" dirty="0">
                    <a:solidFill>
                      <a:schemeClr val="tx1"/>
                    </a:solidFill>
                    <a:latin typeface="Helvetica" panose="020B0604020202020204" pitchFamily="34" charset="0"/>
                    <a:cs typeface="Helvetica" panose="020B0604020202020204" pitchFamily="34" charset="0"/>
                  </a:rPr>
                  <a:t> </a:t>
                </a:r>
                <a:r>
                  <a:rPr lang="en-US" dirty="0" err="1">
                    <a:solidFill>
                      <a:schemeClr val="tx1"/>
                    </a:solidFill>
                    <a:latin typeface="Helvetica" panose="020B0604020202020204" pitchFamily="34" charset="0"/>
                    <a:cs typeface="Helvetica" panose="020B0604020202020204" pitchFamily="34" charset="0"/>
                  </a:rPr>
                  <a:t>hệ</a:t>
                </a:r>
                <a:endParaRPr lang="en-US" dirty="0">
                  <a:solidFill>
                    <a:schemeClr val="tx1"/>
                  </a:solidFill>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endParaRPr lang="en-US" dirty="0">
                  <a:solidFill>
                    <a:schemeClr val="tx1"/>
                  </a:solidFill>
                  <a:latin typeface="Helvetica" panose="020B0604020202020204" pitchFamily="34" charset="0"/>
                  <a:cs typeface="Helvetica" panose="020B0604020202020204" pitchFamily="34" charset="0"/>
                </a:endParaRPr>
              </a:p>
            </p:txBody>
          </p:sp>
        </mc:Choice>
        <mc:Fallback xmlns="">
          <p:sp>
            <p:nvSpPr>
              <p:cNvPr id="10" name="Rectangle: Rounded Corners 9">
                <a:extLst>
                  <a:ext uri="{FF2B5EF4-FFF2-40B4-BE49-F238E27FC236}">
                    <a16:creationId xmlns:a16="http://schemas.microsoft.com/office/drawing/2014/main" id="{68271ECA-EDC1-4EB5-82C1-8EC36A8122DB}"/>
                  </a:ext>
                </a:extLst>
              </p:cNvPr>
              <p:cNvSpPr>
                <a:spLocks noRot="1" noChangeAspect="1" noMove="1" noResize="1" noEditPoints="1" noAdjustHandles="1" noChangeArrowheads="1" noChangeShapeType="1" noTextEdit="1"/>
              </p:cNvSpPr>
              <p:nvPr/>
            </p:nvSpPr>
            <p:spPr>
              <a:xfrm>
                <a:off x="7584162" y="1212372"/>
                <a:ext cx="4405722" cy="1805655"/>
              </a:xfrm>
              <a:prstGeom prst="roundRect">
                <a:avLst/>
              </a:prstGeom>
              <a:blipFill>
                <a:blip r:embed="rId3"/>
                <a:stretch>
                  <a:fillRect/>
                </a:stretch>
              </a:blipFill>
            </p:spPr>
            <p:txBody>
              <a:bodyPr/>
              <a:lstStyle/>
              <a:p>
                <a:r>
                  <a:rPr lang="vi-VN">
                    <a:noFill/>
                  </a:rPr>
                  <a:t> </a:t>
                </a:r>
              </a:p>
            </p:txBody>
          </p:sp>
        </mc:Fallback>
      </mc:AlternateContent>
      <p:sp>
        <p:nvSpPr>
          <p:cNvPr id="12" name="Left Brace 11">
            <a:extLst>
              <a:ext uri="{FF2B5EF4-FFF2-40B4-BE49-F238E27FC236}">
                <a16:creationId xmlns:a16="http://schemas.microsoft.com/office/drawing/2014/main" id="{0B139549-31DD-4981-AD9E-28EA940251A2}"/>
              </a:ext>
            </a:extLst>
          </p:cNvPr>
          <p:cNvSpPr/>
          <p:nvPr/>
        </p:nvSpPr>
        <p:spPr>
          <a:xfrm>
            <a:off x="7716917" y="1857477"/>
            <a:ext cx="466725" cy="8249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 name="Picture 1"/>
          <p:cNvPicPr>
            <a:picLocks noChangeAspect="1"/>
          </p:cNvPicPr>
          <p:nvPr/>
        </p:nvPicPr>
        <p:blipFill>
          <a:blip r:embed="rId4"/>
          <a:stretch>
            <a:fillRect/>
          </a:stretch>
        </p:blipFill>
        <p:spPr>
          <a:xfrm>
            <a:off x="1024482" y="3135407"/>
            <a:ext cx="9125358" cy="3067050"/>
          </a:xfrm>
          <a:prstGeom prst="rect">
            <a:avLst/>
          </a:prstGeom>
        </p:spPr>
      </p:pic>
    </p:spTree>
    <p:extLst>
      <p:ext uri="{BB962C8B-B14F-4D97-AF65-F5344CB8AC3E}">
        <p14:creationId xmlns:p14="http://schemas.microsoft.com/office/powerpoint/2010/main" val="3903278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8C7C3E5-9950-45B6-A163-B4C9159A97D6}"/>
              </a:ext>
            </a:extLst>
          </p:cNvPr>
          <p:cNvSpPr>
            <a:spLocks noGrp="1"/>
          </p:cNvSpPr>
          <p:nvPr>
            <p:ph type="title"/>
          </p:nvPr>
        </p:nvSpPr>
        <p:spPr>
          <a:xfrm>
            <a:off x="0" y="0"/>
            <a:ext cx="12192000" cy="1060184"/>
          </a:xfrm>
          <a:solidFill>
            <a:schemeClr val="accent5"/>
          </a:solidFill>
        </p:spPr>
        <p:txBody>
          <a:bodyPr>
            <a:normAutofit/>
          </a:bodyPr>
          <a:lstStyle/>
          <a:p>
            <a:endParaRPr lang="en-US" b="1" dirty="0">
              <a:solidFill>
                <a:schemeClr val="bg1"/>
              </a:solidFill>
              <a:latin typeface="Helvetica" panose="020B0604020202020204" pitchFamily="34" charset="0"/>
              <a:cs typeface="Helvetica" panose="020B0604020202020204" pitchFamily="34" charset="0"/>
            </a:endParaRPr>
          </a:p>
        </p:txBody>
      </p:sp>
      <p:sp>
        <p:nvSpPr>
          <p:cNvPr id="14" name="Footer Placeholder 13">
            <a:extLst>
              <a:ext uri="{FF2B5EF4-FFF2-40B4-BE49-F238E27FC236}">
                <a16:creationId xmlns:a16="http://schemas.microsoft.com/office/drawing/2014/main" id="{44A2E839-052A-4858-BDC4-4E70B50A0AA8}"/>
              </a:ext>
            </a:extLst>
          </p:cNvPr>
          <p:cNvSpPr>
            <a:spLocks noGrp="1"/>
          </p:cNvSpPr>
          <p:nvPr>
            <p:ph type="ftr" sz="quarter" idx="11"/>
          </p:nvPr>
        </p:nvSpPr>
        <p:spPr>
          <a:xfrm>
            <a:off x="4200861" y="6319838"/>
            <a:ext cx="3982781" cy="365125"/>
          </a:xfrm>
        </p:spPr>
        <p:txBody>
          <a:bodyPr/>
          <a:lstStyle/>
          <a:p>
            <a:r>
              <a:rPr lang="en-US" dirty="0">
                <a:latin typeface="Helvetica" panose="020B0604020202020204" pitchFamily="34" charset="0"/>
                <a:cs typeface="Helvetica" panose="020B0604020202020204" pitchFamily="34" charset="0"/>
              </a:rPr>
              <a:t>NONPARAMETRIC METHODS</a:t>
            </a:r>
          </a:p>
        </p:txBody>
      </p:sp>
      <p:sp>
        <p:nvSpPr>
          <p:cNvPr id="15" name="Slide Number Placeholder 14">
            <a:extLst>
              <a:ext uri="{FF2B5EF4-FFF2-40B4-BE49-F238E27FC236}">
                <a16:creationId xmlns:a16="http://schemas.microsoft.com/office/drawing/2014/main" id="{1FBCA4F4-1A4E-4FBA-83BA-E47D9DE61398}"/>
              </a:ext>
            </a:extLst>
          </p:cNvPr>
          <p:cNvSpPr>
            <a:spLocks noGrp="1"/>
          </p:cNvSpPr>
          <p:nvPr>
            <p:ph type="sldNum" sz="quarter" idx="12"/>
          </p:nvPr>
        </p:nvSpPr>
        <p:spPr>
          <a:xfrm>
            <a:off x="11190806" y="6324600"/>
            <a:ext cx="799078" cy="365125"/>
          </a:xfrm>
        </p:spPr>
        <p:txBody>
          <a:bodyPr/>
          <a:lstStyle/>
          <a:p>
            <a:fld id="{11A71338-8BA2-4C79-A6C5-5A8E30081D0C}" type="slidenum">
              <a:rPr lang="en-US" smtClean="0">
                <a:latin typeface="Helvetica" panose="020B0604020202020204" pitchFamily="34" charset="0"/>
                <a:cs typeface="Helvetica" panose="020B0604020202020204" pitchFamily="34" charset="0"/>
              </a:rPr>
              <a:pPr/>
              <a:t>25</a:t>
            </a:fld>
            <a:endParaRPr lang="en-US" dirty="0">
              <a:latin typeface="Helvetica" panose="020B0604020202020204" pitchFamily="34" charset="0"/>
              <a:cs typeface="Helvetica" panose="020B0604020202020204" pitchFamily="34" charset="0"/>
            </a:endParaRPr>
          </a:p>
        </p:txBody>
      </p:sp>
      <p:pic>
        <p:nvPicPr>
          <p:cNvPr id="7" name="Picture 6">
            <a:extLst>
              <a:ext uri="{FF2B5EF4-FFF2-40B4-BE49-F238E27FC236}">
                <a16:creationId xmlns:a16="http://schemas.microsoft.com/office/drawing/2014/main" id="{204326EF-7283-44C0-B518-4E95057972FA}"/>
              </a:ext>
            </a:extLst>
          </p:cNvPr>
          <p:cNvPicPr>
            <a:picLocks noChangeAspect="1"/>
          </p:cNvPicPr>
          <p:nvPr/>
        </p:nvPicPr>
        <p:blipFill>
          <a:blip r:embed="rId3"/>
          <a:stretch>
            <a:fillRect/>
          </a:stretch>
        </p:blipFill>
        <p:spPr>
          <a:xfrm>
            <a:off x="115980" y="1171575"/>
            <a:ext cx="11906250" cy="3238500"/>
          </a:xfrm>
          <a:prstGeom prst="rect">
            <a:avLst/>
          </a:prstGeom>
        </p:spPr>
      </p:pic>
      <mc:AlternateContent xmlns:mc="http://schemas.openxmlformats.org/markup-compatibility/2006" xmlns:a14="http://schemas.microsoft.com/office/drawing/2010/main">
        <mc:Choice Requires="a14">
          <p:sp>
            <p:nvSpPr>
              <p:cNvPr id="16" name="Rectangle: Rounded Corners 9">
                <a:extLst>
                  <a:ext uri="{FF2B5EF4-FFF2-40B4-BE49-F238E27FC236}">
                    <a16:creationId xmlns:a16="http://schemas.microsoft.com/office/drawing/2014/main" id="{D55F3A10-953E-49F1-A83F-863F51E058B2}"/>
                  </a:ext>
                </a:extLst>
              </p:cNvPr>
              <p:cNvSpPr/>
              <p:nvPr/>
            </p:nvSpPr>
            <p:spPr>
              <a:xfrm>
                <a:off x="476254" y="4781550"/>
                <a:ext cx="10553696" cy="12954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a:solidFill>
                      <a:schemeClr val="tx1"/>
                    </a:solidFill>
                    <a:latin typeface="Helvetica" panose="020B0604020202020204" pitchFamily="34" charset="0"/>
                    <a:cs typeface="Helvetica" panose="020B0604020202020204" pitchFamily="34" charset="0"/>
                  </a:rPr>
                  <a:t>Ta </a:t>
                </a:r>
                <a:r>
                  <a:rPr lang="en-US" b="1" dirty="0" err="1">
                    <a:solidFill>
                      <a:schemeClr val="tx1"/>
                    </a:solidFill>
                    <a:latin typeface="Helvetica" panose="020B0604020202020204" pitchFamily="34" charset="0"/>
                    <a:cs typeface="Helvetica" panose="020B0604020202020204" pitchFamily="34" charset="0"/>
                  </a:rPr>
                  <a:t>thấy</a:t>
                </a:r>
                <a:r>
                  <a:rPr lang="en-US" b="1" dirty="0">
                    <a:solidFill>
                      <a:schemeClr val="tx1"/>
                    </a:solidFill>
                    <a:latin typeface="Helvetica" panose="020B0604020202020204" pitchFamily="34" charset="0"/>
                    <a:cs typeface="Helvetica" panose="020B0604020202020204" pitchFamily="34" charset="0"/>
                  </a:rPr>
                  <a:t> p-value = 0.9391 &gt; </a:t>
                </a:r>
                <a14:m>
                  <m:oMath xmlns:m="http://schemas.openxmlformats.org/officeDocument/2006/math">
                    <m:r>
                      <a:rPr lang="en-US" b="1" i="1" dirty="0" smtClean="0">
                        <a:solidFill>
                          <a:schemeClr val="tx1"/>
                        </a:solidFill>
                        <a:latin typeface="Cambria Math" panose="02040503050406030204" pitchFamily="18" charset="0"/>
                      </a:rPr>
                      <m:t>𝜶</m:t>
                    </m:r>
                  </m:oMath>
                </a14:m>
                <a:r>
                  <a:rPr lang="en-US" b="1" dirty="0">
                    <a:solidFill>
                      <a:schemeClr val="tx1"/>
                    </a:solidFill>
                    <a:latin typeface="Helvetica" panose="020B0604020202020204" pitchFamily="34" charset="0"/>
                    <a:cs typeface="Helvetica" panose="020B0604020202020204" pitchFamily="34" charset="0"/>
                  </a:rPr>
                  <a:t> = 0.05, do </a:t>
                </a:r>
                <a:r>
                  <a:rPr lang="en-US" b="1" dirty="0" err="1">
                    <a:solidFill>
                      <a:schemeClr val="tx1"/>
                    </a:solidFill>
                    <a:latin typeface="Helvetica" panose="020B0604020202020204" pitchFamily="34" charset="0"/>
                    <a:cs typeface="Helvetica" panose="020B0604020202020204" pitchFamily="34" charset="0"/>
                  </a:rPr>
                  <a:t>đó</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chưa</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có</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cơ</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sở</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bác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bỏ</a:t>
                </a:r>
                <a:r>
                  <a:rPr lang="en-US" b="1"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𝑯</m:t>
                        </m:r>
                      </m:e>
                      <m:sub>
                        <m:r>
                          <a:rPr lang="en-US" b="1" i="1">
                            <a:solidFill>
                              <a:schemeClr val="tx1"/>
                            </a:solidFill>
                            <a:latin typeface="Cambria Math" panose="02040503050406030204" pitchFamily="18" charset="0"/>
                          </a:rPr>
                          <m:t>𝟎</m:t>
                        </m:r>
                      </m:sub>
                    </m:sSub>
                  </m:oMath>
                </a14:m>
                <a:endParaRPr lang="en-US" b="1" dirty="0">
                  <a:solidFill>
                    <a:schemeClr val="tx1"/>
                  </a:solidFill>
                  <a:latin typeface="Helvetica" panose="020B0604020202020204" pitchFamily="34" charset="0"/>
                </a:endParaRPr>
              </a:p>
              <a:p>
                <a:pPr algn="just"/>
                <a:r>
                  <a:rPr lang="en-US" b="1" dirty="0">
                    <a:solidFill>
                      <a:schemeClr val="tx1"/>
                    </a:solidFill>
                    <a:latin typeface="Helvetica" panose="020B0604020202020204" pitchFamily="34" charset="0"/>
                    <a:cs typeface="Helvetica" panose="020B0604020202020204" pitchFamily="34" charset="0"/>
                  </a:rPr>
                  <a:t>=&gt; </a:t>
                </a:r>
                <a:r>
                  <a:rPr lang="en-US" b="1" dirty="0" err="1">
                    <a:solidFill>
                      <a:schemeClr val="tx1"/>
                    </a:solidFill>
                    <a:latin typeface="Helvetica" panose="020B0604020202020204" pitchFamily="34" charset="0"/>
                    <a:cs typeface="Helvetica" panose="020B0604020202020204" pitchFamily="34" charset="0"/>
                  </a:rPr>
                  <a:t>Chấp</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nhận</a:t>
                </a:r>
                <a:r>
                  <a:rPr lang="en-US" b="1" dirty="0">
                    <a:solidFill>
                      <a:schemeClr val="tx1"/>
                    </a:solidFill>
                    <a:latin typeface="Helvetica" panose="020B0604020202020204" pitchFamily="34" charset="0"/>
                    <a:cs typeface="Helvetica" panose="020B0604020202020204" pitchFamily="34" charset="0"/>
                  </a:rPr>
                  <a:t>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𝑯</m:t>
                        </m:r>
                      </m:e>
                      <m:sub>
                        <m:r>
                          <a:rPr lang="en-US" b="1" i="1">
                            <a:solidFill>
                              <a:schemeClr val="tx1"/>
                            </a:solidFill>
                            <a:latin typeface="Cambria Math" panose="02040503050406030204" pitchFamily="18" charset="0"/>
                          </a:rPr>
                          <m:t>𝟎</m:t>
                        </m:r>
                      </m:sub>
                    </m:sSub>
                  </m:oMath>
                </a14:m>
                <a:r>
                  <a:rPr lang="en-US" b="1" dirty="0">
                    <a:solidFill>
                      <a:schemeClr val="tx1"/>
                    </a:solidFill>
                    <a:latin typeface="Helvetica" panose="020B0604020202020204" pitchFamily="34" charset="0"/>
                    <a:cs typeface="Helvetica" panose="020B0604020202020204" pitchFamily="34" charset="0"/>
                  </a:rPr>
                  <a:t>: Main </a:t>
                </a:r>
                <a:r>
                  <a:rPr lang="en-US" b="1" dirty="0" err="1">
                    <a:solidFill>
                      <a:schemeClr val="tx1"/>
                    </a:solidFill>
                    <a:latin typeface="Helvetica" panose="020B0604020202020204" pitchFamily="34" charset="0"/>
                    <a:cs typeface="Helvetica" panose="020B0604020202020204" pitchFamily="34" charset="0"/>
                  </a:rPr>
                  <a:t>và</a:t>
                </a:r>
                <a:r>
                  <a:rPr lang="en-US" b="1" dirty="0">
                    <a:solidFill>
                      <a:schemeClr val="tx1"/>
                    </a:solidFill>
                    <a:latin typeface="Helvetica" panose="020B0604020202020204" pitchFamily="34" charset="0"/>
                    <a:cs typeface="Helvetica" panose="020B0604020202020204" pitchFamily="34" charset="0"/>
                  </a:rPr>
                  <a:t> desert </a:t>
                </a:r>
                <a:r>
                  <a:rPr lang="en-US" b="1" dirty="0" err="1">
                    <a:solidFill>
                      <a:schemeClr val="tx1"/>
                    </a:solidFill>
                    <a:latin typeface="Helvetica" panose="020B0604020202020204" pitchFamily="34" charset="0"/>
                    <a:cs typeface="Helvetica" panose="020B0604020202020204" pitchFamily="34" charset="0"/>
                  </a:rPr>
                  <a:t>là</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độc</a:t>
                </a:r>
                <a:r>
                  <a:rPr lang="en-US" b="1" dirty="0">
                    <a:solidFill>
                      <a:schemeClr val="tx1"/>
                    </a:solidFill>
                    <a:latin typeface="Helvetica" panose="020B0604020202020204" pitchFamily="34" charset="0"/>
                    <a:cs typeface="Helvetica" panose="020B0604020202020204" pitchFamily="34" charset="0"/>
                  </a:rPr>
                  <a:t> </a:t>
                </a:r>
                <a:r>
                  <a:rPr lang="en-US" b="1" dirty="0" err="1">
                    <a:solidFill>
                      <a:schemeClr val="tx1"/>
                    </a:solidFill>
                    <a:latin typeface="Helvetica" panose="020B0604020202020204" pitchFamily="34" charset="0"/>
                    <a:cs typeface="Helvetica" panose="020B0604020202020204" pitchFamily="34" charset="0"/>
                  </a:rPr>
                  <a:t>lập</a:t>
                </a:r>
                <a:r>
                  <a:rPr lang="en-US" b="1" dirty="0">
                    <a:solidFill>
                      <a:schemeClr val="tx1"/>
                    </a:solidFill>
                    <a:latin typeface="Helvetica" panose="020B0604020202020204" pitchFamily="34" charset="0"/>
                    <a:cs typeface="Helvetica" panose="020B0604020202020204" pitchFamily="34" charset="0"/>
                  </a:rPr>
                  <a:t> </a:t>
                </a:r>
              </a:p>
              <a:p>
                <a:pPr marL="285750" indent="-285750" algn="just">
                  <a:buFont typeface="Arial" panose="020B0604020202020204" pitchFamily="34" charset="0"/>
                  <a:buChar char="•"/>
                </a:pPr>
                <a:endParaRPr lang="en-US" dirty="0">
                  <a:solidFill>
                    <a:schemeClr val="tx1"/>
                  </a:solidFill>
                  <a:latin typeface="Helvetica" panose="020B0604020202020204" pitchFamily="34" charset="0"/>
                  <a:cs typeface="Helvetica" panose="020B0604020202020204" pitchFamily="34" charset="0"/>
                </a:endParaRPr>
              </a:p>
            </p:txBody>
          </p:sp>
        </mc:Choice>
        <mc:Fallback xmlns="">
          <p:sp>
            <p:nvSpPr>
              <p:cNvPr id="16" name="Rectangle: Rounded Corners 9">
                <a:extLst>
                  <a:ext uri="{FF2B5EF4-FFF2-40B4-BE49-F238E27FC236}">
                    <a16:creationId xmlns:a16="http://schemas.microsoft.com/office/drawing/2014/main" id="{D55F3A10-953E-49F1-A83F-863F51E058B2}"/>
                  </a:ext>
                </a:extLst>
              </p:cNvPr>
              <p:cNvSpPr>
                <a:spLocks noRot="1" noChangeAspect="1" noMove="1" noResize="1" noEditPoints="1" noAdjustHandles="1" noChangeArrowheads="1" noChangeShapeType="1" noTextEdit="1"/>
              </p:cNvSpPr>
              <p:nvPr/>
            </p:nvSpPr>
            <p:spPr>
              <a:xfrm>
                <a:off x="476254" y="4781550"/>
                <a:ext cx="10553696" cy="1295400"/>
              </a:xfrm>
              <a:prstGeom prst="round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0969059"/>
      </p:ext>
    </p:extLst>
  </p:cSld>
  <p:clrMapOvr>
    <a:masterClrMapping/>
  </p:clrMapOvr>
</p:sld>
</file>

<file path=ppt/theme/theme1.xml><?xml version="1.0" encoding="utf-8"?>
<a:theme xmlns:a="http://schemas.openxmlformats.org/drawing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8316A4-DB9D-4B40-83D1-0433996D54B0}">
  <ds:schemaRef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schemas.microsoft.com/sharepoint/v3"/>
    <ds:schemaRef ds:uri="http://www.w3.org/XML/1998/namespace"/>
    <ds:schemaRef ds:uri="http://schemas.openxmlformats.org/package/2006/metadata/core-properties"/>
    <ds:schemaRef ds:uri="http://purl.org/dc/terms/"/>
    <ds:schemaRef ds:uri="230e9df3-be65-4c73-a93b-d1236ebd677e"/>
    <ds:schemaRef ds:uri="16c05727-aa75-4e4a-9b5f-8a80a1165891"/>
    <ds:schemaRef ds:uri="71af3243-3dd4-4a8d-8c0d-dd76da1f02a5"/>
    <ds:schemaRef ds:uri="http://purl.org/dc/dcmitype/"/>
  </ds:schemaRefs>
</ds:datastoreItem>
</file>

<file path=customXml/itemProps2.xml><?xml version="1.0" encoding="utf-8"?>
<ds:datastoreItem xmlns:ds="http://schemas.openxmlformats.org/officeDocument/2006/customXml" ds:itemID="{1E5C9C91-7BEA-497B-8B74-808BB08645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9FD94B-CF2B-4485-954E-6805E96E51FA}">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Sine design</Template>
  <TotalTime>4661</TotalTime>
  <Words>1923</Words>
  <Application>Microsoft Office PowerPoint</Application>
  <PresentationFormat>Widescreen</PresentationFormat>
  <Paragraphs>199</Paragraphs>
  <Slides>25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Avenir Next LT Pro</vt:lpstr>
      <vt:lpstr>Cambria Math</vt:lpstr>
      <vt:lpstr>Helvetica</vt:lpstr>
      <vt:lpstr>Posterama</vt:lpstr>
      <vt:lpstr>Times New Roman</vt:lpstr>
      <vt:lpstr>urw-din</vt:lpstr>
      <vt:lpstr>Wingdings</vt:lpstr>
      <vt:lpstr>Wingdings 3</vt:lpstr>
      <vt:lpstr>SineVTI</vt:lpstr>
      <vt:lpstr>NONPARAMETRIC METHODS PHI THAM SỐ</vt:lpstr>
      <vt:lpstr>NONPARAMETRIC METHODS</vt:lpstr>
      <vt:lpstr>1. SIGN TEST – Kiểm định dấu</vt:lpstr>
      <vt:lpstr>1. SIGN TEST – Ví dụ 1</vt:lpstr>
      <vt:lpstr>1. SIGN TEST – Ví dụ 1 – Dữ liệu định tính</vt:lpstr>
      <vt:lpstr>1. SIGN TEST – Ví dụ 1 – Dữ liệu định tính</vt:lpstr>
      <vt:lpstr>1. SIGN TEST – Ví dụ 2 – Paired Data</vt:lpstr>
      <vt:lpstr>1. SIGN TEST – Ví dụ 2 – Paired Data</vt:lpstr>
      <vt:lpstr>1. SIGN TEST – Ví dụ 3 – Non-paired data</vt:lpstr>
      <vt:lpstr>2. WILCOXON SIGNED-RANK TEST</vt:lpstr>
      <vt:lpstr>2. WILCOXON SIGNED-RANK TEST – One-Sample</vt:lpstr>
      <vt:lpstr>2. WILCOXON SIGNED-RANK TEST –  Paired-Sample</vt:lpstr>
      <vt:lpstr>3. WILCOXON RANK-SUM/ MANN WHITNEY  U-TEST</vt:lpstr>
      <vt:lpstr>3. WILCOXON RANK-SUM/ MANN WHITNEY  U-TEST – R CODE</vt:lpstr>
      <vt:lpstr>4. KRUSKAL-WALLIS TEST</vt:lpstr>
      <vt:lpstr>4. KRUSKAL-WALLIS TEST – R CODE</vt:lpstr>
      <vt:lpstr>5. FRIEDMAN TEST FOR RANDOMIZED BLOCK DESIGN</vt:lpstr>
      <vt:lpstr>5. FRIEDMAN TEST FOR RANDOMIZED BLOCK DESIGN</vt:lpstr>
      <vt:lpstr>6. Goodness of fit test</vt:lpstr>
      <vt:lpstr> Kiểm định χ^2 </vt:lpstr>
      <vt:lpstr>Kiểm định Kolmogorov-Smirnov</vt:lpstr>
      <vt:lpstr>PowerPoint Presentation</vt:lpstr>
      <vt:lpstr>PowerPoint Presentation</vt:lpstr>
      <vt:lpstr>3. Categorical Data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BINOMIAL GLMS</dc:title>
  <dc:creator>Bach Trung Kien</dc:creator>
  <cp:lastModifiedBy>Admin</cp:lastModifiedBy>
  <cp:revision>181</cp:revision>
  <dcterms:created xsi:type="dcterms:W3CDTF">2021-03-16T15:53:26Z</dcterms:created>
  <dcterms:modified xsi:type="dcterms:W3CDTF">2026-03-15T09:41:05Z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